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League Spartan" charset="1" panose="00000800000000000000"/>
      <p:regular r:id="rId20"/>
    </p:embeddedFont>
    <p:embeddedFont>
      <p:font typeface="DM Sans Bold" charset="1" panose="00000000000000000000"/>
      <p:regular r:id="rId21"/>
    </p:embeddedFont>
    <p:embeddedFont>
      <p:font typeface="Noto Sans T Chinese" charset="1" panose="020B05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0.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20.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2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92A31"/>
        </a:solidFill>
      </p:bgPr>
    </p:bg>
    <p:spTree>
      <p:nvGrpSpPr>
        <p:cNvPr id="1" name=""/>
        <p:cNvGrpSpPr/>
        <p:nvPr/>
      </p:nvGrpSpPr>
      <p:grpSpPr>
        <a:xfrm>
          <a:off x="0" y="0"/>
          <a:ext cx="0" cy="0"/>
          <a:chOff x="0" y="0"/>
          <a:chExt cx="0" cy="0"/>
        </a:xfrm>
      </p:grpSpPr>
      <p:grpSp>
        <p:nvGrpSpPr>
          <p:cNvPr name="Group 2" id="2"/>
          <p:cNvGrpSpPr/>
          <p:nvPr/>
        </p:nvGrpSpPr>
        <p:grpSpPr>
          <a:xfrm rot="0">
            <a:off x="-691896" y="-1309133"/>
            <a:ext cx="19690842" cy="3582316"/>
            <a:chOff x="0" y="0"/>
            <a:chExt cx="5032114" cy="915482"/>
          </a:xfrm>
        </p:grpSpPr>
        <p:sp>
          <p:nvSpPr>
            <p:cNvPr name="Freeform 3" id="3"/>
            <p:cNvSpPr/>
            <p:nvPr/>
          </p:nvSpPr>
          <p:spPr>
            <a:xfrm flipH="false" flipV="false" rot="0">
              <a:off x="0" y="0"/>
              <a:ext cx="5032113" cy="915482"/>
            </a:xfrm>
            <a:custGeom>
              <a:avLst/>
              <a:gdLst/>
              <a:ahLst/>
              <a:cxnLst/>
              <a:rect r="r" b="b" t="t" l="l"/>
              <a:pathLst>
                <a:path h="915482" w="5032113">
                  <a:moveTo>
                    <a:pt x="0" y="0"/>
                  </a:moveTo>
                  <a:lnTo>
                    <a:pt x="5032113" y="0"/>
                  </a:lnTo>
                  <a:lnTo>
                    <a:pt x="5032113" y="915482"/>
                  </a:lnTo>
                  <a:lnTo>
                    <a:pt x="0" y="915482"/>
                  </a:lnTo>
                  <a:close/>
                </a:path>
              </a:pathLst>
            </a:custGeom>
            <a:solidFill>
              <a:srgbClr val="5B9DB6"/>
            </a:solidFill>
          </p:spPr>
        </p:sp>
        <p:sp>
          <p:nvSpPr>
            <p:cNvPr name="TextBox 4" id="4"/>
            <p:cNvSpPr txBox="true"/>
            <p:nvPr/>
          </p:nvSpPr>
          <p:spPr>
            <a:xfrm>
              <a:off x="0" y="-38100"/>
              <a:ext cx="5032114" cy="953582"/>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8034392" y="1455698"/>
            <a:ext cx="9214014" cy="7129393"/>
            <a:chOff x="0" y="0"/>
            <a:chExt cx="5197993" cy="4021975"/>
          </a:xfrm>
        </p:grpSpPr>
        <p:sp>
          <p:nvSpPr>
            <p:cNvPr name="Freeform 6" id="6"/>
            <p:cNvSpPr/>
            <p:nvPr/>
          </p:nvSpPr>
          <p:spPr>
            <a:xfrm flipH="true" flipV="false" rot="0">
              <a:off x="0" y="0"/>
              <a:ext cx="5197993" cy="4021975"/>
            </a:xfrm>
            <a:custGeom>
              <a:avLst/>
              <a:gdLst/>
              <a:ahLst/>
              <a:cxnLst/>
              <a:rect r="r" b="b" t="t" l="l"/>
              <a:pathLst>
                <a:path h="4021975" w="5197993">
                  <a:moveTo>
                    <a:pt x="0" y="4021975"/>
                  </a:moveTo>
                  <a:lnTo>
                    <a:pt x="5197993" y="3510636"/>
                  </a:lnTo>
                  <a:lnTo>
                    <a:pt x="5197993" y="0"/>
                  </a:lnTo>
                  <a:lnTo>
                    <a:pt x="0" y="511340"/>
                  </a:lnTo>
                  <a:close/>
                </a:path>
              </a:pathLst>
            </a:custGeom>
            <a:solidFill>
              <a:srgbClr val="FFFFFF"/>
            </a:solidFill>
          </p:spPr>
        </p:sp>
      </p:grpSp>
      <p:grpSp>
        <p:nvGrpSpPr>
          <p:cNvPr name="Group 7" id="7"/>
          <p:cNvGrpSpPr/>
          <p:nvPr/>
        </p:nvGrpSpPr>
        <p:grpSpPr>
          <a:xfrm rot="0">
            <a:off x="8236238" y="1455698"/>
            <a:ext cx="9214014" cy="7129393"/>
            <a:chOff x="0" y="0"/>
            <a:chExt cx="5197993" cy="4021975"/>
          </a:xfrm>
        </p:grpSpPr>
        <p:sp>
          <p:nvSpPr>
            <p:cNvPr name="Freeform 8" id="8"/>
            <p:cNvSpPr/>
            <p:nvPr/>
          </p:nvSpPr>
          <p:spPr>
            <a:xfrm flipH="true" flipV="false" rot="0">
              <a:off x="0" y="0"/>
              <a:ext cx="5197993" cy="4021975"/>
            </a:xfrm>
            <a:custGeom>
              <a:avLst/>
              <a:gdLst/>
              <a:ahLst/>
              <a:cxnLst/>
              <a:rect r="r" b="b" t="t" l="l"/>
              <a:pathLst>
                <a:path h="4021975" w="5197993">
                  <a:moveTo>
                    <a:pt x="0" y="4021975"/>
                  </a:moveTo>
                  <a:lnTo>
                    <a:pt x="5197993" y="3510636"/>
                  </a:lnTo>
                  <a:lnTo>
                    <a:pt x="5197993" y="0"/>
                  </a:lnTo>
                  <a:lnTo>
                    <a:pt x="0" y="511340"/>
                  </a:lnTo>
                  <a:close/>
                </a:path>
              </a:pathLst>
            </a:custGeom>
            <a:blipFill>
              <a:blip r:embed="rId2"/>
              <a:stretch>
                <a:fillRect l="-8067" t="0" r="-8067" b="0"/>
              </a:stretch>
            </a:blipFill>
          </p:spPr>
        </p:sp>
      </p:grpSp>
      <p:grpSp>
        <p:nvGrpSpPr>
          <p:cNvPr name="Group 9" id="9"/>
          <p:cNvGrpSpPr/>
          <p:nvPr/>
        </p:nvGrpSpPr>
        <p:grpSpPr>
          <a:xfrm rot="0">
            <a:off x="9558650" y="7974618"/>
            <a:ext cx="6824290" cy="988880"/>
            <a:chOff x="0" y="0"/>
            <a:chExt cx="1743988" cy="252714"/>
          </a:xfrm>
        </p:grpSpPr>
        <p:sp>
          <p:nvSpPr>
            <p:cNvPr name="Freeform 10" id="10"/>
            <p:cNvSpPr/>
            <p:nvPr/>
          </p:nvSpPr>
          <p:spPr>
            <a:xfrm flipH="false" flipV="false" rot="0">
              <a:off x="0" y="0"/>
              <a:ext cx="1743989" cy="252714"/>
            </a:xfrm>
            <a:custGeom>
              <a:avLst/>
              <a:gdLst/>
              <a:ahLst/>
              <a:cxnLst/>
              <a:rect r="r" b="b" t="t" l="l"/>
              <a:pathLst>
                <a:path h="252714" w="1743989">
                  <a:moveTo>
                    <a:pt x="113447" y="0"/>
                  </a:moveTo>
                  <a:lnTo>
                    <a:pt x="1630542" y="0"/>
                  </a:lnTo>
                  <a:cubicBezTo>
                    <a:pt x="1693197" y="0"/>
                    <a:pt x="1743989" y="50792"/>
                    <a:pt x="1743989" y="113447"/>
                  </a:cubicBezTo>
                  <a:lnTo>
                    <a:pt x="1743989" y="139268"/>
                  </a:lnTo>
                  <a:cubicBezTo>
                    <a:pt x="1743989" y="169355"/>
                    <a:pt x="1732036" y="198211"/>
                    <a:pt x="1710761" y="219486"/>
                  </a:cubicBezTo>
                  <a:cubicBezTo>
                    <a:pt x="1689485" y="240762"/>
                    <a:pt x="1660630" y="252714"/>
                    <a:pt x="1630542" y="252714"/>
                  </a:cubicBezTo>
                  <a:lnTo>
                    <a:pt x="113447" y="252714"/>
                  </a:lnTo>
                  <a:cubicBezTo>
                    <a:pt x="50792" y="252714"/>
                    <a:pt x="0" y="201922"/>
                    <a:pt x="0" y="139268"/>
                  </a:cubicBezTo>
                  <a:lnTo>
                    <a:pt x="0" y="113447"/>
                  </a:lnTo>
                  <a:cubicBezTo>
                    <a:pt x="0" y="50792"/>
                    <a:pt x="50792" y="0"/>
                    <a:pt x="113447" y="0"/>
                  </a:cubicBezTo>
                  <a:close/>
                </a:path>
              </a:pathLst>
            </a:custGeom>
            <a:solidFill>
              <a:srgbClr val="FFFFFF"/>
            </a:solidFill>
          </p:spPr>
        </p:sp>
        <p:sp>
          <p:nvSpPr>
            <p:cNvPr name="TextBox 11" id="11"/>
            <p:cNvSpPr txBox="true"/>
            <p:nvPr/>
          </p:nvSpPr>
          <p:spPr>
            <a:xfrm>
              <a:off x="0" y="-38100"/>
              <a:ext cx="1743988" cy="290814"/>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9431100" y="7974618"/>
            <a:ext cx="6824290" cy="988880"/>
            <a:chOff x="0" y="0"/>
            <a:chExt cx="1743988" cy="252714"/>
          </a:xfrm>
        </p:grpSpPr>
        <p:sp>
          <p:nvSpPr>
            <p:cNvPr name="Freeform 13" id="13"/>
            <p:cNvSpPr/>
            <p:nvPr/>
          </p:nvSpPr>
          <p:spPr>
            <a:xfrm flipH="false" flipV="false" rot="0">
              <a:off x="0" y="0"/>
              <a:ext cx="1743989" cy="252714"/>
            </a:xfrm>
            <a:custGeom>
              <a:avLst/>
              <a:gdLst/>
              <a:ahLst/>
              <a:cxnLst/>
              <a:rect r="r" b="b" t="t" l="l"/>
              <a:pathLst>
                <a:path h="252714" w="1743989">
                  <a:moveTo>
                    <a:pt x="113447" y="0"/>
                  </a:moveTo>
                  <a:lnTo>
                    <a:pt x="1630542" y="0"/>
                  </a:lnTo>
                  <a:cubicBezTo>
                    <a:pt x="1693197" y="0"/>
                    <a:pt x="1743989" y="50792"/>
                    <a:pt x="1743989" y="113447"/>
                  </a:cubicBezTo>
                  <a:lnTo>
                    <a:pt x="1743989" y="139268"/>
                  </a:lnTo>
                  <a:cubicBezTo>
                    <a:pt x="1743989" y="169355"/>
                    <a:pt x="1732036" y="198211"/>
                    <a:pt x="1710761" y="219486"/>
                  </a:cubicBezTo>
                  <a:cubicBezTo>
                    <a:pt x="1689485" y="240762"/>
                    <a:pt x="1660630" y="252714"/>
                    <a:pt x="1630542" y="252714"/>
                  </a:cubicBezTo>
                  <a:lnTo>
                    <a:pt x="113447" y="252714"/>
                  </a:lnTo>
                  <a:cubicBezTo>
                    <a:pt x="50792" y="252714"/>
                    <a:pt x="0" y="201922"/>
                    <a:pt x="0" y="139268"/>
                  </a:cubicBezTo>
                  <a:lnTo>
                    <a:pt x="0" y="113447"/>
                  </a:lnTo>
                  <a:cubicBezTo>
                    <a:pt x="0" y="50792"/>
                    <a:pt x="50792" y="0"/>
                    <a:pt x="113447" y="0"/>
                  </a:cubicBezTo>
                  <a:close/>
                </a:path>
              </a:pathLst>
            </a:custGeom>
            <a:solidFill>
              <a:srgbClr val="337189"/>
            </a:solidFill>
          </p:spPr>
        </p:sp>
        <p:sp>
          <p:nvSpPr>
            <p:cNvPr name="TextBox 14" id="14"/>
            <p:cNvSpPr txBox="true"/>
            <p:nvPr/>
          </p:nvSpPr>
          <p:spPr>
            <a:xfrm>
              <a:off x="0" y="-38100"/>
              <a:ext cx="1743988" cy="290814"/>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789946" y="4197328"/>
            <a:ext cx="10520716" cy="2024595"/>
            <a:chOff x="0" y="0"/>
            <a:chExt cx="2688632" cy="517397"/>
          </a:xfrm>
        </p:grpSpPr>
        <p:sp>
          <p:nvSpPr>
            <p:cNvPr name="Freeform 16" id="16"/>
            <p:cNvSpPr/>
            <p:nvPr/>
          </p:nvSpPr>
          <p:spPr>
            <a:xfrm flipH="false" flipV="false" rot="0">
              <a:off x="0" y="0"/>
              <a:ext cx="2688632" cy="517397"/>
            </a:xfrm>
            <a:custGeom>
              <a:avLst/>
              <a:gdLst/>
              <a:ahLst/>
              <a:cxnLst/>
              <a:rect r="r" b="b" t="t" l="l"/>
              <a:pathLst>
                <a:path h="517397" w="2688632">
                  <a:moveTo>
                    <a:pt x="0" y="0"/>
                  </a:moveTo>
                  <a:lnTo>
                    <a:pt x="2688632" y="0"/>
                  </a:lnTo>
                  <a:lnTo>
                    <a:pt x="2688632" y="517397"/>
                  </a:lnTo>
                  <a:lnTo>
                    <a:pt x="0" y="517397"/>
                  </a:lnTo>
                  <a:close/>
                </a:path>
              </a:pathLst>
            </a:custGeom>
            <a:gradFill rotWithShape="true">
              <a:gsLst>
                <a:gs pos="0">
                  <a:srgbClr val="337189">
                    <a:alpha val="100000"/>
                  </a:srgbClr>
                </a:gs>
                <a:gs pos="100000">
                  <a:srgbClr val="292A31">
                    <a:alpha val="100000"/>
                  </a:srgbClr>
                </a:gs>
              </a:gsLst>
              <a:lin ang="0"/>
            </a:gradFill>
          </p:spPr>
        </p:sp>
        <p:sp>
          <p:nvSpPr>
            <p:cNvPr name="TextBox 17" id="17"/>
            <p:cNvSpPr txBox="true"/>
            <p:nvPr/>
          </p:nvSpPr>
          <p:spPr>
            <a:xfrm>
              <a:off x="0" y="-38100"/>
              <a:ext cx="2688632" cy="555497"/>
            </a:xfrm>
            <a:prstGeom prst="rect">
              <a:avLst/>
            </a:prstGeom>
          </p:spPr>
          <p:txBody>
            <a:bodyPr anchor="ctr" rtlCol="false" tIns="50800" lIns="50800" bIns="50800" rIns="50800"/>
            <a:lstStyle/>
            <a:p>
              <a:pPr algn="ctr">
                <a:lnSpc>
                  <a:spcPts val="2659"/>
                </a:lnSpc>
              </a:pPr>
            </a:p>
          </p:txBody>
        </p:sp>
      </p:grpSp>
      <p:sp>
        <p:nvSpPr>
          <p:cNvPr name="Freeform 18" id="18"/>
          <p:cNvSpPr/>
          <p:nvPr/>
        </p:nvSpPr>
        <p:spPr>
          <a:xfrm flipH="false" flipV="false" rot="0">
            <a:off x="7072468" y="8135591"/>
            <a:ext cx="1923848" cy="666934"/>
          </a:xfrm>
          <a:custGeom>
            <a:avLst/>
            <a:gdLst/>
            <a:ahLst/>
            <a:cxnLst/>
            <a:rect r="r" b="b" t="t" l="l"/>
            <a:pathLst>
              <a:path h="666934" w="1923848">
                <a:moveTo>
                  <a:pt x="0" y="0"/>
                </a:moveTo>
                <a:lnTo>
                  <a:pt x="1923848" y="0"/>
                </a:lnTo>
                <a:lnTo>
                  <a:pt x="1923848" y="666934"/>
                </a:lnTo>
                <a:lnTo>
                  <a:pt x="0" y="6669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9" id="19"/>
          <p:cNvSpPr txBox="true"/>
          <p:nvPr/>
        </p:nvSpPr>
        <p:spPr>
          <a:xfrm rot="0">
            <a:off x="789946" y="3264938"/>
            <a:ext cx="10094962" cy="3784600"/>
          </a:xfrm>
          <a:prstGeom prst="rect">
            <a:avLst/>
          </a:prstGeom>
        </p:spPr>
        <p:txBody>
          <a:bodyPr anchor="t" rtlCol="false" tIns="0" lIns="0" bIns="0" rIns="0">
            <a:spAutoFit/>
          </a:bodyPr>
          <a:lstStyle/>
          <a:p>
            <a:pPr algn="l">
              <a:lnSpc>
                <a:spcPts val="7000"/>
              </a:lnSpc>
            </a:pPr>
            <a:r>
              <a:rPr lang="en-US" sz="5000">
                <a:solidFill>
                  <a:srgbClr val="FFFFFF"/>
                </a:solidFill>
                <a:latin typeface="League Spartan"/>
                <a:ea typeface="League Spartan"/>
                <a:cs typeface="League Spartan"/>
                <a:sym typeface="League Spartan"/>
              </a:rPr>
              <a:t>WEB CISC3003</a:t>
            </a:r>
          </a:p>
          <a:p>
            <a:pPr algn="l">
              <a:lnSpc>
                <a:spcPts val="7420"/>
              </a:lnSpc>
            </a:pPr>
            <a:r>
              <a:rPr lang="en-US" sz="5300">
                <a:solidFill>
                  <a:srgbClr val="FFFFFF"/>
                </a:solidFill>
                <a:latin typeface="League Spartan"/>
                <a:ea typeface="League Spartan"/>
                <a:cs typeface="League Spartan"/>
                <a:sym typeface="League Spartan"/>
              </a:rPr>
              <a:t>CHUNG HOU SAM</a:t>
            </a:r>
          </a:p>
          <a:p>
            <a:pPr algn="l">
              <a:lnSpc>
                <a:spcPts val="7420"/>
              </a:lnSpc>
            </a:pPr>
            <a:r>
              <a:rPr lang="en-US" sz="5300">
                <a:solidFill>
                  <a:srgbClr val="FFFFFF"/>
                </a:solidFill>
                <a:latin typeface="League Spartan"/>
                <a:ea typeface="League Spartan"/>
                <a:cs typeface="League Spartan"/>
                <a:sym typeface="League Spartan"/>
              </a:rPr>
              <a:t>DC325095</a:t>
            </a:r>
          </a:p>
          <a:p>
            <a:pPr algn="l">
              <a:lnSpc>
                <a:spcPts val="8400"/>
              </a:lnSpc>
            </a:pPr>
          </a:p>
        </p:txBody>
      </p:sp>
      <p:sp>
        <p:nvSpPr>
          <p:cNvPr name="Freeform 20" id="20"/>
          <p:cNvSpPr/>
          <p:nvPr/>
        </p:nvSpPr>
        <p:spPr>
          <a:xfrm flipH="true" flipV="false" rot="0">
            <a:off x="-198401" y="9115898"/>
            <a:ext cx="18684802" cy="2288888"/>
          </a:xfrm>
          <a:custGeom>
            <a:avLst/>
            <a:gdLst/>
            <a:ahLst/>
            <a:cxnLst/>
            <a:rect r="r" b="b" t="t" l="l"/>
            <a:pathLst>
              <a:path h="2288888" w="18684802">
                <a:moveTo>
                  <a:pt x="18684802" y="0"/>
                </a:moveTo>
                <a:lnTo>
                  <a:pt x="0" y="0"/>
                </a:lnTo>
                <a:lnTo>
                  <a:pt x="0" y="2288888"/>
                </a:lnTo>
                <a:lnTo>
                  <a:pt x="18684802" y="2288888"/>
                </a:lnTo>
                <a:lnTo>
                  <a:pt x="18684802"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1" id="21"/>
          <p:cNvSpPr/>
          <p:nvPr/>
        </p:nvSpPr>
        <p:spPr>
          <a:xfrm flipH="true" flipV="true" rot="0">
            <a:off x="12597790" y="-1309133"/>
            <a:ext cx="6759086" cy="3582316"/>
          </a:xfrm>
          <a:custGeom>
            <a:avLst/>
            <a:gdLst/>
            <a:ahLst/>
            <a:cxnLst/>
            <a:rect r="r" b="b" t="t" l="l"/>
            <a:pathLst>
              <a:path h="3582316" w="6759086">
                <a:moveTo>
                  <a:pt x="6759086" y="3582316"/>
                </a:moveTo>
                <a:lnTo>
                  <a:pt x="0" y="3582316"/>
                </a:lnTo>
                <a:lnTo>
                  <a:pt x="0" y="0"/>
                </a:lnTo>
                <a:lnTo>
                  <a:pt x="6759086" y="0"/>
                </a:lnTo>
                <a:lnTo>
                  <a:pt x="6759086" y="3582316"/>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2" id="22"/>
          <p:cNvSpPr/>
          <p:nvPr/>
        </p:nvSpPr>
        <p:spPr>
          <a:xfrm flipH="false" flipV="false" rot="0">
            <a:off x="12597790" y="823976"/>
            <a:ext cx="1689238" cy="479321"/>
          </a:xfrm>
          <a:custGeom>
            <a:avLst/>
            <a:gdLst/>
            <a:ahLst/>
            <a:cxnLst/>
            <a:rect r="r" b="b" t="t" l="l"/>
            <a:pathLst>
              <a:path h="479321" w="1689238">
                <a:moveTo>
                  <a:pt x="0" y="0"/>
                </a:moveTo>
                <a:lnTo>
                  <a:pt x="1689238" y="0"/>
                </a:lnTo>
                <a:lnTo>
                  <a:pt x="1689238" y="479322"/>
                </a:lnTo>
                <a:lnTo>
                  <a:pt x="0" y="47932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3" id="23"/>
          <p:cNvSpPr txBox="true"/>
          <p:nvPr/>
        </p:nvSpPr>
        <p:spPr>
          <a:xfrm rot="0">
            <a:off x="8272636" y="8264271"/>
            <a:ext cx="9141218" cy="419100"/>
          </a:xfrm>
          <a:prstGeom prst="rect">
            <a:avLst/>
          </a:prstGeom>
        </p:spPr>
        <p:txBody>
          <a:bodyPr anchor="t" rtlCol="false" tIns="0" lIns="0" bIns="0" rIns="0">
            <a:spAutoFit/>
          </a:bodyPr>
          <a:lstStyle/>
          <a:p>
            <a:pPr algn="ctr">
              <a:lnSpc>
                <a:spcPts val="3389"/>
              </a:lnSpc>
            </a:pPr>
            <a:r>
              <a:rPr lang="en-US" sz="2824" b="true">
                <a:solidFill>
                  <a:srgbClr val="FFFFFF"/>
                </a:solidFill>
                <a:latin typeface="DM Sans Bold"/>
                <a:ea typeface="DM Sans Bold"/>
                <a:cs typeface="DM Sans Bold"/>
                <a:sym typeface="DM Sans Bold"/>
              </a:rPr>
              <a:t>https://cisc3003team01.is-great.net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292A31"/>
        </a:solidFill>
      </p:bgPr>
    </p:bg>
    <p:spTree>
      <p:nvGrpSpPr>
        <p:cNvPr id="1" name=""/>
        <p:cNvGrpSpPr/>
        <p:nvPr/>
      </p:nvGrpSpPr>
      <p:grpSpPr>
        <a:xfrm>
          <a:off x="0" y="0"/>
          <a:ext cx="0" cy="0"/>
          <a:chOff x="0" y="0"/>
          <a:chExt cx="0" cy="0"/>
        </a:xfrm>
      </p:grpSpPr>
      <p:sp>
        <p:nvSpPr>
          <p:cNvPr name="Freeform 2" id="2"/>
          <p:cNvSpPr/>
          <p:nvPr/>
        </p:nvSpPr>
        <p:spPr>
          <a:xfrm flipH="true" flipV="false" rot="0">
            <a:off x="-198401" y="9115898"/>
            <a:ext cx="18684802" cy="2288888"/>
          </a:xfrm>
          <a:custGeom>
            <a:avLst/>
            <a:gdLst/>
            <a:ahLst/>
            <a:cxnLst/>
            <a:rect r="r" b="b" t="t" l="l"/>
            <a:pathLst>
              <a:path h="2288888" w="18684802">
                <a:moveTo>
                  <a:pt x="18684802" y="0"/>
                </a:moveTo>
                <a:lnTo>
                  <a:pt x="0" y="0"/>
                </a:lnTo>
                <a:lnTo>
                  <a:pt x="0" y="2288888"/>
                </a:lnTo>
                <a:lnTo>
                  <a:pt x="18684802" y="2288888"/>
                </a:lnTo>
                <a:lnTo>
                  <a:pt x="18684802"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91896" y="-1442483"/>
            <a:ext cx="19690842" cy="3582316"/>
            <a:chOff x="0" y="0"/>
            <a:chExt cx="5032114" cy="915482"/>
          </a:xfrm>
        </p:grpSpPr>
        <p:sp>
          <p:nvSpPr>
            <p:cNvPr name="Freeform 4" id="4"/>
            <p:cNvSpPr/>
            <p:nvPr/>
          </p:nvSpPr>
          <p:spPr>
            <a:xfrm flipH="false" flipV="false" rot="0">
              <a:off x="0" y="0"/>
              <a:ext cx="5032113" cy="915482"/>
            </a:xfrm>
            <a:custGeom>
              <a:avLst/>
              <a:gdLst/>
              <a:ahLst/>
              <a:cxnLst/>
              <a:rect r="r" b="b" t="t" l="l"/>
              <a:pathLst>
                <a:path h="915482" w="5032113">
                  <a:moveTo>
                    <a:pt x="0" y="0"/>
                  </a:moveTo>
                  <a:lnTo>
                    <a:pt x="5032113" y="0"/>
                  </a:lnTo>
                  <a:lnTo>
                    <a:pt x="5032113" y="915482"/>
                  </a:lnTo>
                  <a:lnTo>
                    <a:pt x="0" y="915482"/>
                  </a:lnTo>
                  <a:close/>
                </a:path>
              </a:pathLst>
            </a:custGeom>
            <a:solidFill>
              <a:srgbClr val="5B9DB6"/>
            </a:solidFill>
          </p:spPr>
        </p:sp>
        <p:sp>
          <p:nvSpPr>
            <p:cNvPr name="TextBox 5" id="5"/>
            <p:cNvSpPr txBox="true"/>
            <p:nvPr/>
          </p:nvSpPr>
          <p:spPr>
            <a:xfrm>
              <a:off x="0" y="-38100"/>
              <a:ext cx="5032114" cy="95358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true" flipV="true" rot="0">
            <a:off x="12597790" y="-1309133"/>
            <a:ext cx="6759086" cy="3582316"/>
          </a:xfrm>
          <a:custGeom>
            <a:avLst/>
            <a:gdLst/>
            <a:ahLst/>
            <a:cxnLst/>
            <a:rect r="r" b="b" t="t" l="l"/>
            <a:pathLst>
              <a:path h="3582316" w="6759086">
                <a:moveTo>
                  <a:pt x="6759086" y="3582316"/>
                </a:moveTo>
                <a:lnTo>
                  <a:pt x="0" y="3582316"/>
                </a:lnTo>
                <a:lnTo>
                  <a:pt x="0" y="0"/>
                </a:lnTo>
                <a:lnTo>
                  <a:pt x="6759086" y="0"/>
                </a:lnTo>
                <a:lnTo>
                  <a:pt x="6759086" y="358231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6546008" y="2139833"/>
            <a:ext cx="11741992" cy="5973739"/>
          </a:xfrm>
          <a:custGeom>
            <a:avLst/>
            <a:gdLst/>
            <a:ahLst/>
            <a:cxnLst/>
            <a:rect r="r" b="b" t="t" l="l"/>
            <a:pathLst>
              <a:path h="5973739" w="11741992">
                <a:moveTo>
                  <a:pt x="0" y="0"/>
                </a:moveTo>
                <a:lnTo>
                  <a:pt x="11741992" y="0"/>
                </a:lnTo>
                <a:lnTo>
                  <a:pt x="11741992" y="5973739"/>
                </a:lnTo>
                <a:lnTo>
                  <a:pt x="0" y="5973739"/>
                </a:lnTo>
                <a:lnTo>
                  <a:pt x="0" y="0"/>
                </a:lnTo>
                <a:close/>
              </a:path>
            </a:pathLst>
          </a:custGeom>
          <a:blipFill>
            <a:blip r:embed="rId6"/>
            <a:stretch>
              <a:fillRect l="0" t="0" r="0" b="0"/>
            </a:stretch>
          </a:blipFill>
        </p:spPr>
      </p:sp>
      <p:sp>
        <p:nvSpPr>
          <p:cNvPr name="TextBox 8" id="8"/>
          <p:cNvSpPr txBox="true"/>
          <p:nvPr/>
        </p:nvSpPr>
        <p:spPr>
          <a:xfrm rot="0">
            <a:off x="0" y="3028029"/>
            <a:ext cx="6287341" cy="4180840"/>
          </a:xfrm>
          <a:prstGeom prst="rect">
            <a:avLst/>
          </a:prstGeom>
        </p:spPr>
        <p:txBody>
          <a:bodyPr anchor="t" rtlCol="false" tIns="0" lIns="0" bIns="0" rIns="0">
            <a:spAutoFit/>
          </a:bodyPr>
          <a:lstStyle/>
          <a:p>
            <a:pPr algn="l" marL="734059" indent="-367030" lvl="1">
              <a:lnSpc>
                <a:spcPts val="4759"/>
              </a:lnSpc>
              <a:buFont typeface="Arial"/>
              <a:buChar char="•"/>
            </a:pPr>
            <a:r>
              <a:rPr lang="en-US" sz="3399">
                <a:solidFill>
                  <a:srgbClr val="FFFFFF"/>
                </a:solidFill>
                <a:latin typeface="Noto Sans T Chinese"/>
                <a:ea typeface="Noto Sans T Chinese"/>
                <a:cs typeface="Noto Sans T Chinese"/>
                <a:sym typeface="Noto Sans T Chinese"/>
              </a:rPr>
              <a:t>Users do not understand what the system does.</a:t>
            </a:r>
          </a:p>
          <a:p>
            <a:pPr algn="l" marL="734059" indent="-367030" lvl="1">
              <a:lnSpc>
                <a:spcPts val="4759"/>
              </a:lnSpc>
              <a:buFont typeface="Arial"/>
              <a:buChar char="•"/>
            </a:pPr>
            <a:r>
              <a:rPr lang="en-US" sz="3399">
                <a:solidFill>
                  <a:srgbClr val="FFFFFF"/>
                </a:solidFill>
                <a:latin typeface="Noto Sans T Chinese"/>
                <a:ea typeface="Noto Sans T Chinese"/>
                <a:cs typeface="Noto Sans T Chinese"/>
                <a:sym typeface="Noto Sans T Chinese"/>
              </a:rPr>
              <a:t>They do not know where to start.</a:t>
            </a:r>
          </a:p>
          <a:p>
            <a:pPr algn="l" marL="734059" indent="-367030" lvl="1">
              <a:lnSpc>
                <a:spcPts val="4759"/>
              </a:lnSpc>
              <a:buFont typeface="Arial"/>
              <a:buChar char="•"/>
            </a:pPr>
            <a:r>
              <a:rPr lang="en-US" sz="3399">
                <a:solidFill>
                  <a:srgbClr val="FFFFFF"/>
                </a:solidFill>
                <a:latin typeface="Noto Sans T Chinese"/>
                <a:ea typeface="Noto Sans T Chinese"/>
                <a:cs typeface="Noto Sans T Chinese"/>
                <a:sym typeface="Noto Sans T Chinese"/>
              </a:rPr>
              <a:t>They may not even reach the main functions.</a:t>
            </a:r>
          </a:p>
          <a:p>
            <a:pPr algn="l">
              <a:lnSpc>
                <a:spcPts val="4759"/>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292A31"/>
        </a:solidFill>
      </p:bgPr>
    </p:bg>
    <p:spTree>
      <p:nvGrpSpPr>
        <p:cNvPr id="1" name=""/>
        <p:cNvGrpSpPr/>
        <p:nvPr/>
      </p:nvGrpSpPr>
      <p:grpSpPr>
        <a:xfrm>
          <a:off x="0" y="0"/>
          <a:ext cx="0" cy="0"/>
          <a:chOff x="0" y="0"/>
          <a:chExt cx="0" cy="0"/>
        </a:xfrm>
      </p:grpSpPr>
      <p:sp>
        <p:nvSpPr>
          <p:cNvPr name="Freeform 2" id="2"/>
          <p:cNvSpPr/>
          <p:nvPr/>
        </p:nvSpPr>
        <p:spPr>
          <a:xfrm flipH="true" flipV="false" rot="0">
            <a:off x="-198401" y="9115898"/>
            <a:ext cx="18684802" cy="2288888"/>
          </a:xfrm>
          <a:custGeom>
            <a:avLst/>
            <a:gdLst/>
            <a:ahLst/>
            <a:cxnLst/>
            <a:rect r="r" b="b" t="t" l="l"/>
            <a:pathLst>
              <a:path h="2288888" w="18684802">
                <a:moveTo>
                  <a:pt x="18684802" y="0"/>
                </a:moveTo>
                <a:lnTo>
                  <a:pt x="0" y="0"/>
                </a:lnTo>
                <a:lnTo>
                  <a:pt x="0" y="2288888"/>
                </a:lnTo>
                <a:lnTo>
                  <a:pt x="18684802" y="2288888"/>
                </a:lnTo>
                <a:lnTo>
                  <a:pt x="18684802"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91896" y="-1442483"/>
            <a:ext cx="19690842" cy="3582316"/>
            <a:chOff x="0" y="0"/>
            <a:chExt cx="5032114" cy="915482"/>
          </a:xfrm>
        </p:grpSpPr>
        <p:sp>
          <p:nvSpPr>
            <p:cNvPr name="Freeform 4" id="4"/>
            <p:cNvSpPr/>
            <p:nvPr/>
          </p:nvSpPr>
          <p:spPr>
            <a:xfrm flipH="false" flipV="false" rot="0">
              <a:off x="0" y="0"/>
              <a:ext cx="5032113" cy="915482"/>
            </a:xfrm>
            <a:custGeom>
              <a:avLst/>
              <a:gdLst/>
              <a:ahLst/>
              <a:cxnLst/>
              <a:rect r="r" b="b" t="t" l="l"/>
              <a:pathLst>
                <a:path h="915482" w="5032113">
                  <a:moveTo>
                    <a:pt x="0" y="0"/>
                  </a:moveTo>
                  <a:lnTo>
                    <a:pt x="5032113" y="0"/>
                  </a:lnTo>
                  <a:lnTo>
                    <a:pt x="5032113" y="915482"/>
                  </a:lnTo>
                  <a:lnTo>
                    <a:pt x="0" y="915482"/>
                  </a:lnTo>
                  <a:close/>
                </a:path>
              </a:pathLst>
            </a:custGeom>
            <a:solidFill>
              <a:srgbClr val="5B9DB6"/>
            </a:solidFill>
          </p:spPr>
        </p:sp>
        <p:sp>
          <p:nvSpPr>
            <p:cNvPr name="TextBox 5" id="5"/>
            <p:cNvSpPr txBox="true"/>
            <p:nvPr/>
          </p:nvSpPr>
          <p:spPr>
            <a:xfrm>
              <a:off x="0" y="-38100"/>
              <a:ext cx="5032114" cy="95358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true" flipV="true" rot="0">
            <a:off x="12597790" y="-1309133"/>
            <a:ext cx="6759086" cy="3582316"/>
          </a:xfrm>
          <a:custGeom>
            <a:avLst/>
            <a:gdLst/>
            <a:ahLst/>
            <a:cxnLst/>
            <a:rect r="r" b="b" t="t" l="l"/>
            <a:pathLst>
              <a:path h="3582316" w="6759086">
                <a:moveTo>
                  <a:pt x="6759086" y="3582316"/>
                </a:moveTo>
                <a:lnTo>
                  <a:pt x="0" y="3582316"/>
                </a:lnTo>
                <a:lnTo>
                  <a:pt x="0" y="0"/>
                </a:lnTo>
                <a:lnTo>
                  <a:pt x="6759086" y="0"/>
                </a:lnTo>
                <a:lnTo>
                  <a:pt x="6759086" y="358231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0" y="2273183"/>
            <a:ext cx="18486401" cy="1132292"/>
          </a:xfrm>
          <a:custGeom>
            <a:avLst/>
            <a:gdLst/>
            <a:ahLst/>
            <a:cxnLst/>
            <a:rect r="r" b="b" t="t" l="l"/>
            <a:pathLst>
              <a:path h="1132292" w="18486401">
                <a:moveTo>
                  <a:pt x="0" y="0"/>
                </a:moveTo>
                <a:lnTo>
                  <a:pt x="18486401" y="0"/>
                </a:lnTo>
                <a:lnTo>
                  <a:pt x="18486401" y="1132292"/>
                </a:lnTo>
                <a:lnTo>
                  <a:pt x="0" y="1132292"/>
                </a:lnTo>
                <a:lnTo>
                  <a:pt x="0" y="0"/>
                </a:lnTo>
                <a:close/>
              </a:path>
            </a:pathLst>
          </a:custGeom>
          <a:blipFill>
            <a:blip r:embed="rId6"/>
            <a:stretch>
              <a:fillRect l="0" t="0" r="0" b="0"/>
            </a:stretch>
          </a:blipFill>
        </p:spPr>
      </p:sp>
      <p:sp>
        <p:nvSpPr>
          <p:cNvPr name="TextBox 8" id="8"/>
          <p:cNvSpPr txBox="true"/>
          <p:nvPr/>
        </p:nvSpPr>
        <p:spPr>
          <a:xfrm rot="0">
            <a:off x="9525" y="3957183"/>
            <a:ext cx="18288000" cy="4180840"/>
          </a:xfrm>
          <a:prstGeom prst="rect">
            <a:avLst/>
          </a:prstGeom>
        </p:spPr>
        <p:txBody>
          <a:bodyPr anchor="t" rtlCol="false" tIns="0" lIns="0" bIns="0" rIns="0">
            <a:spAutoFit/>
          </a:bodyPr>
          <a:lstStyle/>
          <a:p>
            <a:pPr algn="l" marL="734059" indent="-367030" lvl="1">
              <a:lnSpc>
                <a:spcPts val="4759"/>
              </a:lnSpc>
              <a:buFont typeface="Arial"/>
              <a:buChar char="•"/>
            </a:pPr>
            <a:r>
              <a:rPr lang="en-US" sz="3399">
                <a:solidFill>
                  <a:srgbClr val="FFFFFF"/>
                </a:solidFill>
                <a:latin typeface="Noto Sans T Chinese"/>
                <a:ea typeface="Noto Sans T Chinese"/>
                <a:cs typeface="Noto Sans T Chinese"/>
                <a:sym typeface="Noto Sans T Chinese"/>
              </a:rPr>
              <a:t>Clear information expression As soon as users enter, they should know this is a campus bike rental system, not a general website.</a:t>
            </a:r>
          </a:p>
          <a:p>
            <a:pPr algn="l" marL="734059" indent="-367030" lvl="1">
              <a:lnSpc>
                <a:spcPts val="4759"/>
              </a:lnSpc>
              <a:buFont typeface="Arial"/>
              <a:buChar char="•"/>
            </a:pPr>
            <a:r>
              <a:rPr lang="en-US" sz="3399">
                <a:solidFill>
                  <a:srgbClr val="FFFFFF"/>
                </a:solidFill>
                <a:latin typeface="Noto Sans T Chinese"/>
                <a:ea typeface="Noto Sans T Chinese"/>
                <a:cs typeface="Noto Sans T Chinese"/>
                <a:sym typeface="Noto Sans T Chinese"/>
              </a:rPr>
              <a:t>Clear entry path From the homepage to login, the path should be short and easy to follow.</a:t>
            </a:r>
          </a:p>
          <a:p>
            <a:pPr algn="l" marL="734059" indent="-367030" lvl="1">
              <a:lnSpc>
                <a:spcPts val="4759"/>
              </a:lnSpc>
              <a:buFont typeface="Arial"/>
              <a:buChar char="•"/>
            </a:pPr>
            <a:r>
              <a:rPr lang="en-US" sz="3399">
                <a:solidFill>
                  <a:srgbClr val="FFFFFF"/>
                </a:solidFill>
                <a:latin typeface="Noto Sans T Chinese"/>
                <a:ea typeface="Noto Sans T Chinese"/>
                <a:cs typeface="Noto Sans T Chinese"/>
                <a:sym typeface="Noto Sans T Chinese"/>
              </a:rPr>
              <a:t>Consistent visual style Public pages should look like internal pages. This way, users feel they are using the same product after they log in.</a:t>
            </a:r>
          </a:p>
          <a:p>
            <a:pPr algn="ctr">
              <a:lnSpc>
                <a:spcPts val="4759"/>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292A31"/>
        </a:solidFill>
      </p:bgPr>
    </p:bg>
    <p:spTree>
      <p:nvGrpSpPr>
        <p:cNvPr id="1" name=""/>
        <p:cNvGrpSpPr/>
        <p:nvPr/>
      </p:nvGrpSpPr>
      <p:grpSpPr>
        <a:xfrm>
          <a:off x="0" y="0"/>
          <a:ext cx="0" cy="0"/>
          <a:chOff x="0" y="0"/>
          <a:chExt cx="0" cy="0"/>
        </a:xfrm>
      </p:grpSpPr>
      <p:sp>
        <p:nvSpPr>
          <p:cNvPr name="Freeform 2" id="2"/>
          <p:cNvSpPr/>
          <p:nvPr/>
        </p:nvSpPr>
        <p:spPr>
          <a:xfrm flipH="true" flipV="false" rot="0">
            <a:off x="-198401" y="9115898"/>
            <a:ext cx="18684802" cy="2288888"/>
          </a:xfrm>
          <a:custGeom>
            <a:avLst/>
            <a:gdLst/>
            <a:ahLst/>
            <a:cxnLst/>
            <a:rect r="r" b="b" t="t" l="l"/>
            <a:pathLst>
              <a:path h="2288888" w="18684802">
                <a:moveTo>
                  <a:pt x="18684802" y="0"/>
                </a:moveTo>
                <a:lnTo>
                  <a:pt x="0" y="0"/>
                </a:lnTo>
                <a:lnTo>
                  <a:pt x="0" y="2288888"/>
                </a:lnTo>
                <a:lnTo>
                  <a:pt x="18684802" y="2288888"/>
                </a:lnTo>
                <a:lnTo>
                  <a:pt x="18684802"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91896" y="-1442483"/>
            <a:ext cx="19690842" cy="3582316"/>
            <a:chOff x="0" y="0"/>
            <a:chExt cx="5032114" cy="915482"/>
          </a:xfrm>
        </p:grpSpPr>
        <p:sp>
          <p:nvSpPr>
            <p:cNvPr name="Freeform 4" id="4"/>
            <p:cNvSpPr/>
            <p:nvPr/>
          </p:nvSpPr>
          <p:spPr>
            <a:xfrm flipH="false" flipV="false" rot="0">
              <a:off x="0" y="0"/>
              <a:ext cx="5032113" cy="915482"/>
            </a:xfrm>
            <a:custGeom>
              <a:avLst/>
              <a:gdLst/>
              <a:ahLst/>
              <a:cxnLst/>
              <a:rect r="r" b="b" t="t" l="l"/>
              <a:pathLst>
                <a:path h="915482" w="5032113">
                  <a:moveTo>
                    <a:pt x="0" y="0"/>
                  </a:moveTo>
                  <a:lnTo>
                    <a:pt x="5032113" y="0"/>
                  </a:lnTo>
                  <a:lnTo>
                    <a:pt x="5032113" y="915482"/>
                  </a:lnTo>
                  <a:lnTo>
                    <a:pt x="0" y="915482"/>
                  </a:lnTo>
                  <a:close/>
                </a:path>
              </a:pathLst>
            </a:custGeom>
            <a:solidFill>
              <a:srgbClr val="5B9DB6"/>
            </a:solidFill>
          </p:spPr>
        </p:sp>
        <p:sp>
          <p:nvSpPr>
            <p:cNvPr name="TextBox 5" id="5"/>
            <p:cNvSpPr txBox="true"/>
            <p:nvPr/>
          </p:nvSpPr>
          <p:spPr>
            <a:xfrm>
              <a:off x="0" y="-38100"/>
              <a:ext cx="5032114" cy="95358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true" flipV="true" rot="0">
            <a:off x="12597790" y="-1309133"/>
            <a:ext cx="6759086" cy="3582316"/>
          </a:xfrm>
          <a:custGeom>
            <a:avLst/>
            <a:gdLst/>
            <a:ahLst/>
            <a:cxnLst/>
            <a:rect r="r" b="b" t="t" l="l"/>
            <a:pathLst>
              <a:path h="3582316" w="6759086">
                <a:moveTo>
                  <a:pt x="6759086" y="3582316"/>
                </a:moveTo>
                <a:lnTo>
                  <a:pt x="0" y="3582316"/>
                </a:lnTo>
                <a:lnTo>
                  <a:pt x="0" y="0"/>
                </a:lnTo>
                <a:lnTo>
                  <a:pt x="6759086" y="0"/>
                </a:lnTo>
                <a:lnTo>
                  <a:pt x="6759086" y="358231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7960094" y="2746747"/>
            <a:ext cx="10327906" cy="5176863"/>
          </a:xfrm>
          <a:custGeom>
            <a:avLst/>
            <a:gdLst/>
            <a:ahLst/>
            <a:cxnLst/>
            <a:rect r="r" b="b" t="t" l="l"/>
            <a:pathLst>
              <a:path h="5176863" w="10327906">
                <a:moveTo>
                  <a:pt x="0" y="0"/>
                </a:moveTo>
                <a:lnTo>
                  <a:pt x="10327906" y="0"/>
                </a:lnTo>
                <a:lnTo>
                  <a:pt x="10327906" y="5176863"/>
                </a:lnTo>
                <a:lnTo>
                  <a:pt x="0" y="5176863"/>
                </a:lnTo>
                <a:lnTo>
                  <a:pt x="0" y="0"/>
                </a:lnTo>
                <a:close/>
              </a:path>
            </a:pathLst>
          </a:custGeom>
          <a:blipFill>
            <a:blip r:embed="rId6"/>
            <a:stretch>
              <a:fillRect l="0" t="0" r="0" b="0"/>
            </a:stretch>
          </a:blipFill>
        </p:spPr>
      </p:sp>
      <p:sp>
        <p:nvSpPr>
          <p:cNvPr name="TextBox 8" id="8"/>
          <p:cNvSpPr txBox="true"/>
          <p:nvPr/>
        </p:nvSpPr>
        <p:spPr>
          <a:xfrm rot="0">
            <a:off x="-376770" y="3504108"/>
            <a:ext cx="8336864" cy="4180840"/>
          </a:xfrm>
          <a:prstGeom prst="rect">
            <a:avLst/>
          </a:prstGeom>
        </p:spPr>
        <p:txBody>
          <a:bodyPr anchor="t" rtlCol="false" tIns="0" lIns="0" bIns="0" rIns="0">
            <a:spAutoFit/>
          </a:bodyPr>
          <a:lstStyle/>
          <a:p>
            <a:pPr algn="l" marL="734059" indent="-367030" lvl="1">
              <a:lnSpc>
                <a:spcPts val="4759"/>
              </a:lnSpc>
              <a:buFont typeface="Arial"/>
              <a:buChar char="•"/>
            </a:pPr>
            <a:r>
              <a:rPr lang="en-US" sz="3399">
                <a:solidFill>
                  <a:srgbClr val="FFFFFF"/>
                </a:solidFill>
                <a:latin typeface="Noto Sans T Chinese"/>
                <a:ea typeface="Noto Sans T Chinese"/>
                <a:cs typeface="Noto Sans T Chinese"/>
                <a:sym typeface="Noto Sans T Chinese"/>
              </a:rPr>
              <a:t>Immediate positioning Users should immediately know the purpose of the system. The homepage clearly explains the value: bicycle and e-scooter rentals for short trips on campus.</a:t>
            </a:r>
          </a:p>
          <a:p>
            <a:pPr algn="just">
              <a:lnSpc>
                <a:spcPts val="4759"/>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292A31"/>
        </a:solidFill>
      </p:bgPr>
    </p:bg>
    <p:spTree>
      <p:nvGrpSpPr>
        <p:cNvPr id="1" name=""/>
        <p:cNvGrpSpPr/>
        <p:nvPr/>
      </p:nvGrpSpPr>
      <p:grpSpPr>
        <a:xfrm>
          <a:off x="0" y="0"/>
          <a:ext cx="0" cy="0"/>
          <a:chOff x="0" y="0"/>
          <a:chExt cx="0" cy="0"/>
        </a:xfrm>
      </p:grpSpPr>
      <p:sp>
        <p:nvSpPr>
          <p:cNvPr name="Freeform 2" id="2"/>
          <p:cNvSpPr/>
          <p:nvPr/>
        </p:nvSpPr>
        <p:spPr>
          <a:xfrm flipH="true" flipV="false" rot="0">
            <a:off x="-198401" y="9115898"/>
            <a:ext cx="18684802" cy="2288888"/>
          </a:xfrm>
          <a:custGeom>
            <a:avLst/>
            <a:gdLst/>
            <a:ahLst/>
            <a:cxnLst/>
            <a:rect r="r" b="b" t="t" l="l"/>
            <a:pathLst>
              <a:path h="2288888" w="18684802">
                <a:moveTo>
                  <a:pt x="18684802" y="0"/>
                </a:moveTo>
                <a:lnTo>
                  <a:pt x="0" y="0"/>
                </a:lnTo>
                <a:lnTo>
                  <a:pt x="0" y="2288888"/>
                </a:lnTo>
                <a:lnTo>
                  <a:pt x="18684802" y="2288888"/>
                </a:lnTo>
                <a:lnTo>
                  <a:pt x="18684802"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91896" y="-1442483"/>
            <a:ext cx="19690842" cy="3582316"/>
            <a:chOff x="0" y="0"/>
            <a:chExt cx="5032114" cy="915482"/>
          </a:xfrm>
        </p:grpSpPr>
        <p:sp>
          <p:nvSpPr>
            <p:cNvPr name="Freeform 4" id="4"/>
            <p:cNvSpPr/>
            <p:nvPr/>
          </p:nvSpPr>
          <p:spPr>
            <a:xfrm flipH="false" flipV="false" rot="0">
              <a:off x="0" y="0"/>
              <a:ext cx="5032113" cy="915482"/>
            </a:xfrm>
            <a:custGeom>
              <a:avLst/>
              <a:gdLst/>
              <a:ahLst/>
              <a:cxnLst/>
              <a:rect r="r" b="b" t="t" l="l"/>
              <a:pathLst>
                <a:path h="915482" w="5032113">
                  <a:moveTo>
                    <a:pt x="0" y="0"/>
                  </a:moveTo>
                  <a:lnTo>
                    <a:pt x="5032113" y="0"/>
                  </a:lnTo>
                  <a:lnTo>
                    <a:pt x="5032113" y="915482"/>
                  </a:lnTo>
                  <a:lnTo>
                    <a:pt x="0" y="915482"/>
                  </a:lnTo>
                  <a:close/>
                </a:path>
              </a:pathLst>
            </a:custGeom>
            <a:solidFill>
              <a:srgbClr val="5B9DB6"/>
            </a:solidFill>
          </p:spPr>
        </p:sp>
        <p:sp>
          <p:nvSpPr>
            <p:cNvPr name="TextBox 5" id="5"/>
            <p:cNvSpPr txBox="true"/>
            <p:nvPr/>
          </p:nvSpPr>
          <p:spPr>
            <a:xfrm>
              <a:off x="0" y="-38100"/>
              <a:ext cx="5032114" cy="95358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true" flipV="true" rot="0">
            <a:off x="12597790" y="-1309133"/>
            <a:ext cx="6759086" cy="3582316"/>
          </a:xfrm>
          <a:custGeom>
            <a:avLst/>
            <a:gdLst/>
            <a:ahLst/>
            <a:cxnLst/>
            <a:rect r="r" b="b" t="t" l="l"/>
            <a:pathLst>
              <a:path h="3582316" w="6759086">
                <a:moveTo>
                  <a:pt x="6759086" y="3582316"/>
                </a:moveTo>
                <a:lnTo>
                  <a:pt x="0" y="3582316"/>
                </a:lnTo>
                <a:lnTo>
                  <a:pt x="0" y="0"/>
                </a:lnTo>
                <a:lnTo>
                  <a:pt x="6759086" y="0"/>
                </a:lnTo>
                <a:lnTo>
                  <a:pt x="6759086" y="358231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7359494" y="2853958"/>
            <a:ext cx="10928506" cy="4579084"/>
          </a:xfrm>
          <a:custGeom>
            <a:avLst/>
            <a:gdLst/>
            <a:ahLst/>
            <a:cxnLst/>
            <a:rect r="r" b="b" t="t" l="l"/>
            <a:pathLst>
              <a:path h="4579084" w="10928506">
                <a:moveTo>
                  <a:pt x="0" y="0"/>
                </a:moveTo>
                <a:lnTo>
                  <a:pt x="10928506" y="0"/>
                </a:lnTo>
                <a:lnTo>
                  <a:pt x="10928506" y="4579084"/>
                </a:lnTo>
                <a:lnTo>
                  <a:pt x="0" y="4579084"/>
                </a:lnTo>
                <a:lnTo>
                  <a:pt x="0" y="0"/>
                </a:lnTo>
                <a:close/>
              </a:path>
            </a:pathLst>
          </a:custGeom>
          <a:blipFill>
            <a:blip r:embed="rId6"/>
            <a:stretch>
              <a:fillRect l="-8807" t="0" r="-8807" b="0"/>
            </a:stretch>
          </a:blipFill>
        </p:spPr>
      </p:sp>
      <p:sp>
        <p:nvSpPr>
          <p:cNvPr name="TextBox 8" id="8"/>
          <p:cNvSpPr txBox="true"/>
          <p:nvPr/>
        </p:nvSpPr>
        <p:spPr>
          <a:xfrm rot="0">
            <a:off x="840662" y="3252202"/>
            <a:ext cx="6231133" cy="2980690"/>
          </a:xfrm>
          <a:prstGeom prst="rect">
            <a:avLst/>
          </a:prstGeom>
        </p:spPr>
        <p:txBody>
          <a:bodyPr anchor="t" rtlCol="false" tIns="0" lIns="0" bIns="0" rIns="0">
            <a:spAutoFit/>
          </a:bodyPr>
          <a:lstStyle/>
          <a:p>
            <a:pPr algn="l">
              <a:lnSpc>
                <a:spcPts val="4759"/>
              </a:lnSpc>
            </a:pPr>
            <a:r>
              <a:rPr lang="en-US" sz="3399">
                <a:solidFill>
                  <a:srgbClr val="FFFFFF"/>
                </a:solidFill>
                <a:latin typeface="Noto Sans T Chinese"/>
                <a:ea typeface="Noto Sans T Chinese"/>
                <a:cs typeface="Noto Sans T Chinese"/>
                <a:sym typeface="Noto Sans T Chinese"/>
              </a:rPr>
              <a:t>The navigation is designed to be simple. Users can move from the public page to login without getting confused.</a:t>
            </a:r>
          </a:p>
          <a:p>
            <a:pPr algn="just">
              <a:lnSpc>
                <a:spcPts val="4759"/>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292A31"/>
        </a:solidFill>
      </p:bgPr>
    </p:bg>
    <p:spTree>
      <p:nvGrpSpPr>
        <p:cNvPr id="1" name=""/>
        <p:cNvGrpSpPr/>
        <p:nvPr/>
      </p:nvGrpSpPr>
      <p:grpSpPr>
        <a:xfrm>
          <a:off x="0" y="0"/>
          <a:ext cx="0" cy="0"/>
          <a:chOff x="0" y="0"/>
          <a:chExt cx="0" cy="0"/>
        </a:xfrm>
      </p:grpSpPr>
      <p:sp>
        <p:nvSpPr>
          <p:cNvPr name="Freeform 2" id="2"/>
          <p:cNvSpPr/>
          <p:nvPr/>
        </p:nvSpPr>
        <p:spPr>
          <a:xfrm flipH="true" flipV="false" rot="0">
            <a:off x="-198401" y="9115898"/>
            <a:ext cx="18684802" cy="2288888"/>
          </a:xfrm>
          <a:custGeom>
            <a:avLst/>
            <a:gdLst/>
            <a:ahLst/>
            <a:cxnLst/>
            <a:rect r="r" b="b" t="t" l="l"/>
            <a:pathLst>
              <a:path h="2288888" w="18684802">
                <a:moveTo>
                  <a:pt x="18684802" y="0"/>
                </a:moveTo>
                <a:lnTo>
                  <a:pt x="0" y="0"/>
                </a:lnTo>
                <a:lnTo>
                  <a:pt x="0" y="2288888"/>
                </a:lnTo>
                <a:lnTo>
                  <a:pt x="18684802" y="2288888"/>
                </a:lnTo>
                <a:lnTo>
                  <a:pt x="18684802"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91896" y="-1442483"/>
            <a:ext cx="19690842" cy="3582316"/>
            <a:chOff x="0" y="0"/>
            <a:chExt cx="5032114" cy="915482"/>
          </a:xfrm>
        </p:grpSpPr>
        <p:sp>
          <p:nvSpPr>
            <p:cNvPr name="Freeform 4" id="4"/>
            <p:cNvSpPr/>
            <p:nvPr/>
          </p:nvSpPr>
          <p:spPr>
            <a:xfrm flipH="false" flipV="false" rot="0">
              <a:off x="0" y="0"/>
              <a:ext cx="5032113" cy="915482"/>
            </a:xfrm>
            <a:custGeom>
              <a:avLst/>
              <a:gdLst/>
              <a:ahLst/>
              <a:cxnLst/>
              <a:rect r="r" b="b" t="t" l="l"/>
              <a:pathLst>
                <a:path h="915482" w="5032113">
                  <a:moveTo>
                    <a:pt x="0" y="0"/>
                  </a:moveTo>
                  <a:lnTo>
                    <a:pt x="5032113" y="0"/>
                  </a:lnTo>
                  <a:lnTo>
                    <a:pt x="5032113" y="915482"/>
                  </a:lnTo>
                  <a:lnTo>
                    <a:pt x="0" y="915482"/>
                  </a:lnTo>
                  <a:close/>
                </a:path>
              </a:pathLst>
            </a:custGeom>
            <a:solidFill>
              <a:srgbClr val="5B9DB6"/>
            </a:solidFill>
          </p:spPr>
        </p:sp>
        <p:sp>
          <p:nvSpPr>
            <p:cNvPr name="TextBox 5" id="5"/>
            <p:cNvSpPr txBox="true"/>
            <p:nvPr/>
          </p:nvSpPr>
          <p:spPr>
            <a:xfrm>
              <a:off x="0" y="-38100"/>
              <a:ext cx="5032114" cy="95358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true" flipV="true" rot="0">
            <a:off x="12597790" y="-1309133"/>
            <a:ext cx="6759086" cy="3582316"/>
          </a:xfrm>
          <a:custGeom>
            <a:avLst/>
            <a:gdLst/>
            <a:ahLst/>
            <a:cxnLst/>
            <a:rect r="r" b="b" t="t" l="l"/>
            <a:pathLst>
              <a:path h="3582316" w="6759086">
                <a:moveTo>
                  <a:pt x="6759086" y="3582316"/>
                </a:moveTo>
                <a:lnTo>
                  <a:pt x="0" y="3582316"/>
                </a:lnTo>
                <a:lnTo>
                  <a:pt x="0" y="0"/>
                </a:lnTo>
                <a:lnTo>
                  <a:pt x="6759086" y="0"/>
                </a:lnTo>
                <a:lnTo>
                  <a:pt x="6759086" y="358231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8194569" y="3137431"/>
            <a:ext cx="10093431" cy="4012139"/>
          </a:xfrm>
          <a:custGeom>
            <a:avLst/>
            <a:gdLst/>
            <a:ahLst/>
            <a:cxnLst/>
            <a:rect r="r" b="b" t="t" l="l"/>
            <a:pathLst>
              <a:path h="4012139" w="10093431">
                <a:moveTo>
                  <a:pt x="0" y="0"/>
                </a:moveTo>
                <a:lnTo>
                  <a:pt x="10093431" y="0"/>
                </a:lnTo>
                <a:lnTo>
                  <a:pt x="10093431" y="4012138"/>
                </a:lnTo>
                <a:lnTo>
                  <a:pt x="0" y="4012138"/>
                </a:lnTo>
                <a:lnTo>
                  <a:pt x="0" y="0"/>
                </a:lnTo>
                <a:close/>
              </a:path>
            </a:pathLst>
          </a:custGeom>
          <a:blipFill>
            <a:blip r:embed="rId6"/>
            <a:stretch>
              <a:fillRect l="0" t="0" r="0" b="0"/>
            </a:stretch>
          </a:blipFill>
        </p:spPr>
      </p:sp>
      <p:sp>
        <p:nvSpPr>
          <p:cNvPr name="TextBox 8" id="8"/>
          <p:cNvSpPr txBox="true"/>
          <p:nvPr/>
        </p:nvSpPr>
        <p:spPr>
          <a:xfrm rot="0">
            <a:off x="628609" y="3499018"/>
            <a:ext cx="6974131" cy="4780915"/>
          </a:xfrm>
          <a:prstGeom prst="rect">
            <a:avLst/>
          </a:prstGeom>
        </p:spPr>
        <p:txBody>
          <a:bodyPr anchor="t" rtlCol="false" tIns="0" lIns="0" bIns="0" rIns="0">
            <a:spAutoFit/>
          </a:bodyPr>
          <a:lstStyle/>
          <a:p>
            <a:pPr algn="just">
              <a:lnSpc>
                <a:spcPts val="4759"/>
              </a:lnSpc>
            </a:pPr>
            <a:r>
              <a:rPr lang="en-US" sz="3399">
                <a:solidFill>
                  <a:srgbClr val="FFFFFF"/>
                </a:solidFill>
                <a:latin typeface="Noto Sans T Chinese"/>
                <a:ea typeface="Noto Sans T Chinese"/>
                <a:cs typeface="Noto Sans T Chinese"/>
                <a:sym typeface="Noto Sans T Chinese"/>
              </a:rPr>
              <a:t>Public and internal pages should feel like one single product. If the styles are too different, users feel disconnected. So I used the same visual language and layout for both sides. I also organized the information by asking:</a:t>
            </a:r>
          </a:p>
          <a:p>
            <a:pPr algn="just">
              <a:lnSpc>
                <a:spcPts val="4759"/>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292A31"/>
        </a:solidFill>
      </p:bgPr>
    </p:bg>
    <p:spTree>
      <p:nvGrpSpPr>
        <p:cNvPr id="1" name=""/>
        <p:cNvGrpSpPr/>
        <p:nvPr/>
      </p:nvGrpSpPr>
      <p:grpSpPr>
        <a:xfrm>
          <a:off x="0" y="0"/>
          <a:ext cx="0" cy="0"/>
          <a:chOff x="0" y="0"/>
          <a:chExt cx="0" cy="0"/>
        </a:xfrm>
      </p:grpSpPr>
      <p:sp>
        <p:nvSpPr>
          <p:cNvPr name="Freeform 2" id="2"/>
          <p:cNvSpPr/>
          <p:nvPr/>
        </p:nvSpPr>
        <p:spPr>
          <a:xfrm flipH="true" flipV="false" rot="0">
            <a:off x="-198401" y="9115898"/>
            <a:ext cx="18684802" cy="2288888"/>
          </a:xfrm>
          <a:custGeom>
            <a:avLst/>
            <a:gdLst/>
            <a:ahLst/>
            <a:cxnLst/>
            <a:rect r="r" b="b" t="t" l="l"/>
            <a:pathLst>
              <a:path h="2288888" w="18684802">
                <a:moveTo>
                  <a:pt x="18684802" y="0"/>
                </a:moveTo>
                <a:lnTo>
                  <a:pt x="0" y="0"/>
                </a:lnTo>
                <a:lnTo>
                  <a:pt x="0" y="2288888"/>
                </a:lnTo>
                <a:lnTo>
                  <a:pt x="18684802" y="2288888"/>
                </a:lnTo>
                <a:lnTo>
                  <a:pt x="18684802"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91896" y="-1442483"/>
            <a:ext cx="19690842" cy="3582316"/>
            <a:chOff x="0" y="0"/>
            <a:chExt cx="5032114" cy="915482"/>
          </a:xfrm>
        </p:grpSpPr>
        <p:sp>
          <p:nvSpPr>
            <p:cNvPr name="Freeform 4" id="4"/>
            <p:cNvSpPr/>
            <p:nvPr/>
          </p:nvSpPr>
          <p:spPr>
            <a:xfrm flipH="false" flipV="false" rot="0">
              <a:off x="0" y="0"/>
              <a:ext cx="5032113" cy="915482"/>
            </a:xfrm>
            <a:custGeom>
              <a:avLst/>
              <a:gdLst/>
              <a:ahLst/>
              <a:cxnLst/>
              <a:rect r="r" b="b" t="t" l="l"/>
              <a:pathLst>
                <a:path h="915482" w="5032113">
                  <a:moveTo>
                    <a:pt x="0" y="0"/>
                  </a:moveTo>
                  <a:lnTo>
                    <a:pt x="5032113" y="0"/>
                  </a:lnTo>
                  <a:lnTo>
                    <a:pt x="5032113" y="915482"/>
                  </a:lnTo>
                  <a:lnTo>
                    <a:pt x="0" y="915482"/>
                  </a:lnTo>
                  <a:close/>
                </a:path>
              </a:pathLst>
            </a:custGeom>
            <a:solidFill>
              <a:srgbClr val="5B9DB6"/>
            </a:solidFill>
          </p:spPr>
        </p:sp>
        <p:sp>
          <p:nvSpPr>
            <p:cNvPr name="TextBox 5" id="5"/>
            <p:cNvSpPr txBox="true"/>
            <p:nvPr/>
          </p:nvSpPr>
          <p:spPr>
            <a:xfrm>
              <a:off x="0" y="-38100"/>
              <a:ext cx="5032114" cy="95358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true" flipV="true" rot="0">
            <a:off x="12597790" y="-1309133"/>
            <a:ext cx="6759086" cy="3582316"/>
          </a:xfrm>
          <a:custGeom>
            <a:avLst/>
            <a:gdLst/>
            <a:ahLst/>
            <a:cxnLst/>
            <a:rect r="r" b="b" t="t" l="l"/>
            <a:pathLst>
              <a:path h="3582316" w="6759086">
                <a:moveTo>
                  <a:pt x="6759086" y="3582316"/>
                </a:moveTo>
                <a:lnTo>
                  <a:pt x="0" y="3582316"/>
                </a:lnTo>
                <a:lnTo>
                  <a:pt x="0" y="0"/>
                </a:lnTo>
                <a:lnTo>
                  <a:pt x="6759086" y="0"/>
                </a:lnTo>
                <a:lnTo>
                  <a:pt x="6759086" y="358231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8774251" y="3405295"/>
            <a:ext cx="9513749" cy="4578492"/>
          </a:xfrm>
          <a:custGeom>
            <a:avLst/>
            <a:gdLst/>
            <a:ahLst/>
            <a:cxnLst/>
            <a:rect r="r" b="b" t="t" l="l"/>
            <a:pathLst>
              <a:path h="4578492" w="9513749">
                <a:moveTo>
                  <a:pt x="0" y="0"/>
                </a:moveTo>
                <a:lnTo>
                  <a:pt x="9513749" y="0"/>
                </a:lnTo>
                <a:lnTo>
                  <a:pt x="9513749" y="4578491"/>
                </a:lnTo>
                <a:lnTo>
                  <a:pt x="0" y="4578491"/>
                </a:lnTo>
                <a:lnTo>
                  <a:pt x="0" y="0"/>
                </a:lnTo>
                <a:close/>
              </a:path>
            </a:pathLst>
          </a:custGeom>
          <a:blipFill>
            <a:blip r:embed="rId6"/>
            <a:stretch>
              <a:fillRect l="0" t="0" r="0" b="0"/>
            </a:stretch>
          </a:blipFill>
        </p:spPr>
      </p:sp>
      <p:sp>
        <p:nvSpPr>
          <p:cNvPr name="TextBox 8" id="8"/>
          <p:cNvSpPr txBox="true"/>
          <p:nvPr/>
        </p:nvSpPr>
        <p:spPr>
          <a:xfrm rot="0">
            <a:off x="0" y="3270745"/>
            <a:ext cx="8428745" cy="4780915"/>
          </a:xfrm>
          <a:prstGeom prst="rect">
            <a:avLst/>
          </a:prstGeom>
        </p:spPr>
        <p:txBody>
          <a:bodyPr anchor="t" rtlCol="false" tIns="0" lIns="0" bIns="0" rIns="0">
            <a:spAutoFit/>
          </a:bodyPr>
          <a:lstStyle/>
          <a:p>
            <a:pPr algn="l" marL="734059" indent="-367030" lvl="1">
              <a:lnSpc>
                <a:spcPts val="4759"/>
              </a:lnSpc>
              <a:buFont typeface="Arial"/>
              <a:buChar char="•"/>
            </a:pPr>
            <a:r>
              <a:rPr lang="en-US" sz="3399">
                <a:solidFill>
                  <a:srgbClr val="FFFFFF"/>
                </a:solidFill>
                <a:latin typeface="Noto Sans T Chinese"/>
                <a:ea typeface="Noto Sans T Chinese"/>
                <a:cs typeface="Noto Sans T Chinese"/>
                <a:sym typeface="Noto Sans T Chinese"/>
              </a:rPr>
              <a:t>Public-facing pages (home.php, about.php, services.php, contact.php) Purpose: To answer what the system is and how to start.</a:t>
            </a:r>
          </a:p>
          <a:p>
            <a:pPr algn="l" marL="734059" indent="-367030" lvl="1">
              <a:lnSpc>
                <a:spcPts val="4759"/>
              </a:lnSpc>
              <a:buFont typeface="Arial"/>
              <a:buChar char="•"/>
            </a:pPr>
            <a:r>
              <a:rPr lang="en-US" sz="3399">
                <a:solidFill>
                  <a:srgbClr val="FFFFFF"/>
                </a:solidFill>
                <a:latin typeface="Noto Sans T Chinese"/>
                <a:ea typeface="Noto Sans T Chinese"/>
                <a:cs typeface="Noto Sans T Chinese"/>
                <a:sym typeface="Noto Sans T Chinese"/>
              </a:rPr>
              <a:t>Shared layout components (includes/public_header.php, includes/public_footer.php) Benefits:</a:t>
            </a:r>
          </a:p>
          <a:p>
            <a:pPr algn="l">
              <a:lnSpc>
                <a:spcPts val="4759"/>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292A31"/>
        </a:solidFill>
      </p:bgPr>
    </p:bg>
    <p:spTree>
      <p:nvGrpSpPr>
        <p:cNvPr id="1" name=""/>
        <p:cNvGrpSpPr/>
        <p:nvPr/>
      </p:nvGrpSpPr>
      <p:grpSpPr>
        <a:xfrm>
          <a:off x="0" y="0"/>
          <a:ext cx="0" cy="0"/>
          <a:chOff x="0" y="0"/>
          <a:chExt cx="0" cy="0"/>
        </a:xfrm>
      </p:grpSpPr>
      <p:sp>
        <p:nvSpPr>
          <p:cNvPr name="Freeform 2" id="2"/>
          <p:cNvSpPr/>
          <p:nvPr/>
        </p:nvSpPr>
        <p:spPr>
          <a:xfrm flipH="true" flipV="false" rot="0">
            <a:off x="-198401" y="9115898"/>
            <a:ext cx="18684802" cy="2288888"/>
          </a:xfrm>
          <a:custGeom>
            <a:avLst/>
            <a:gdLst/>
            <a:ahLst/>
            <a:cxnLst/>
            <a:rect r="r" b="b" t="t" l="l"/>
            <a:pathLst>
              <a:path h="2288888" w="18684802">
                <a:moveTo>
                  <a:pt x="18684802" y="0"/>
                </a:moveTo>
                <a:lnTo>
                  <a:pt x="0" y="0"/>
                </a:lnTo>
                <a:lnTo>
                  <a:pt x="0" y="2288888"/>
                </a:lnTo>
                <a:lnTo>
                  <a:pt x="18684802" y="2288888"/>
                </a:lnTo>
                <a:lnTo>
                  <a:pt x="18684802"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91896" y="-1442483"/>
            <a:ext cx="19690842" cy="3582316"/>
            <a:chOff x="0" y="0"/>
            <a:chExt cx="5032114" cy="915482"/>
          </a:xfrm>
        </p:grpSpPr>
        <p:sp>
          <p:nvSpPr>
            <p:cNvPr name="Freeform 4" id="4"/>
            <p:cNvSpPr/>
            <p:nvPr/>
          </p:nvSpPr>
          <p:spPr>
            <a:xfrm flipH="false" flipV="false" rot="0">
              <a:off x="0" y="0"/>
              <a:ext cx="5032113" cy="915482"/>
            </a:xfrm>
            <a:custGeom>
              <a:avLst/>
              <a:gdLst/>
              <a:ahLst/>
              <a:cxnLst/>
              <a:rect r="r" b="b" t="t" l="l"/>
              <a:pathLst>
                <a:path h="915482" w="5032113">
                  <a:moveTo>
                    <a:pt x="0" y="0"/>
                  </a:moveTo>
                  <a:lnTo>
                    <a:pt x="5032113" y="0"/>
                  </a:lnTo>
                  <a:lnTo>
                    <a:pt x="5032113" y="915482"/>
                  </a:lnTo>
                  <a:lnTo>
                    <a:pt x="0" y="915482"/>
                  </a:lnTo>
                  <a:close/>
                </a:path>
              </a:pathLst>
            </a:custGeom>
            <a:solidFill>
              <a:srgbClr val="5B9DB6"/>
            </a:solidFill>
          </p:spPr>
        </p:sp>
        <p:sp>
          <p:nvSpPr>
            <p:cNvPr name="TextBox 5" id="5"/>
            <p:cNvSpPr txBox="true"/>
            <p:nvPr/>
          </p:nvSpPr>
          <p:spPr>
            <a:xfrm>
              <a:off x="0" y="-38100"/>
              <a:ext cx="5032114" cy="95358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true" flipV="true" rot="0">
            <a:off x="12597790" y="-1309133"/>
            <a:ext cx="6759086" cy="3582316"/>
          </a:xfrm>
          <a:custGeom>
            <a:avLst/>
            <a:gdLst/>
            <a:ahLst/>
            <a:cxnLst/>
            <a:rect r="r" b="b" t="t" l="l"/>
            <a:pathLst>
              <a:path h="3582316" w="6759086">
                <a:moveTo>
                  <a:pt x="6759086" y="3582316"/>
                </a:moveTo>
                <a:lnTo>
                  <a:pt x="0" y="3582316"/>
                </a:lnTo>
                <a:lnTo>
                  <a:pt x="0" y="0"/>
                </a:lnTo>
                <a:lnTo>
                  <a:pt x="6759086" y="0"/>
                </a:lnTo>
                <a:lnTo>
                  <a:pt x="6759086" y="358231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8169316" y="2273183"/>
            <a:ext cx="9756109" cy="6682935"/>
          </a:xfrm>
          <a:custGeom>
            <a:avLst/>
            <a:gdLst/>
            <a:ahLst/>
            <a:cxnLst/>
            <a:rect r="r" b="b" t="t" l="l"/>
            <a:pathLst>
              <a:path h="6682935" w="9756109">
                <a:moveTo>
                  <a:pt x="0" y="0"/>
                </a:moveTo>
                <a:lnTo>
                  <a:pt x="9756109" y="0"/>
                </a:lnTo>
                <a:lnTo>
                  <a:pt x="9756109" y="6682935"/>
                </a:lnTo>
                <a:lnTo>
                  <a:pt x="0" y="6682935"/>
                </a:lnTo>
                <a:lnTo>
                  <a:pt x="0" y="0"/>
                </a:lnTo>
                <a:close/>
              </a:path>
            </a:pathLst>
          </a:custGeom>
          <a:blipFill>
            <a:blip r:embed="rId6"/>
            <a:stretch>
              <a:fillRect l="0" t="0" r="0" b="0"/>
            </a:stretch>
          </a:blipFill>
        </p:spPr>
      </p:sp>
      <p:sp>
        <p:nvSpPr>
          <p:cNvPr name="TextBox 8" id="8"/>
          <p:cNvSpPr txBox="true"/>
          <p:nvPr/>
        </p:nvSpPr>
        <p:spPr>
          <a:xfrm rot="0">
            <a:off x="478085" y="3213626"/>
            <a:ext cx="7691231" cy="4180840"/>
          </a:xfrm>
          <a:prstGeom prst="rect">
            <a:avLst/>
          </a:prstGeom>
        </p:spPr>
        <p:txBody>
          <a:bodyPr anchor="t" rtlCol="false" tIns="0" lIns="0" bIns="0" rIns="0">
            <a:spAutoFit/>
          </a:bodyPr>
          <a:lstStyle/>
          <a:p>
            <a:pPr algn="just">
              <a:lnSpc>
                <a:spcPts val="4759"/>
              </a:lnSpc>
            </a:pPr>
            <a:r>
              <a:rPr lang="en-US" sz="3399">
                <a:solidFill>
                  <a:srgbClr val="FFFFFF"/>
                </a:solidFill>
                <a:latin typeface="Noto Sans T Chinese"/>
                <a:ea typeface="Noto Sans T Chinese"/>
                <a:cs typeface="Noto Sans T Chinese"/>
                <a:sym typeface="Noto Sans T Chinese"/>
              </a:rPr>
              <a:t>A common problem is when pages change, but the documentation stays old. We made sure to update the docs whenever we updated the pages. When paths or setup steps changed, the README and requirement files were updated too.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292A31"/>
        </a:solidFill>
      </p:bgPr>
    </p:bg>
    <p:spTree>
      <p:nvGrpSpPr>
        <p:cNvPr id="1" name=""/>
        <p:cNvGrpSpPr/>
        <p:nvPr/>
      </p:nvGrpSpPr>
      <p:grpSpPr>
        <a:xfrm>
          <a:off x="0" y="0"/>
          <a:ext cx="0" cy="0"/>
          <a:chOff x="0" y="0"/>
          <a:chExt cx="0" cy="0"/>
        </a:xfrm>
      </p:grpSpPr>
      <p:sp>
        <p:nvSpPr>
          <p:cNvPr name="Freeform 2" id="2"/>
          <p:cNvSpPr/>
          <p:nvPr/>
        </p:nvSpPr>
        <p:spPr>
          <a:xfrm flipH="true" flipV="false" rot="0">
            <a:off x="-198401" y="9115898"/>
            <a:ext cx="18684802" cy="2288888"/>
          </a:xfrm>
          <a:custGeom>
            <a:avLst/>
            <a:gdLst/>
            <a:ahLst/>
            <a:cxnLst/>
            <a:rect r="r" b="b" t="t" l="l"/>
            <a:pathLst>
              <a:path h="2288888" w="18684802">
                <a:moveTo>
                  <a:pt x="18684802" y="0"/>
                </a:moveTo>
                <a:lnTo>
                  <a:pt x="0" y="0"/>
                </a:lnTo>
                <a:lnTo>
                  <a:pt x="0" y="2288888"/>
                </a:lnTo>
                <a:lnTo>
                  <a:pt x="18684802" y="2288888"/>
                </a:lnTo>
                <a:lnTo>
                  <a:pt x="18684802"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91896" y="-1442483"/>
            <a:ext cx="19690842" cy="3582316"/>
            <a:chOff x="0" y="0"/>
            <a:chExt cx="5032114" cy="915482"/>
          </a:xfrm>
        </p:grpSpPr>
        <p:sp>
          <p:nvSpPr>
            <p:cNvPr name="Freeform 4" id="4"/>
            <p:cNvSpPr/>
            <p:nvPr/>
          </p:nvSpPr>
          <p:spPr>
            <a:xfrm flipH="false" flipV="false" rot="0">
              <a:off x="0" y="0"/>
              <a:ext cx="5032113" cy="915482"/>
            </a:xfrm>
            <a:custGeom>
              <a:avLst/>
              <a:gdLst/>
              <a:ahLst/>
              <a:cxnLst/>
              <a:rect r="r" b="b" t="t" l="l"/>
              <a:pathLst>
                <a:path h="915482" w="5032113">
                  <a:moveTo>
                    <a:pt x="0" y="0"/>
                  </a:moveTo>
                  <a:lnTo>
                    <a:pt x="5032113" y="0"/>
                  </a:lnTo>
                  <a:lnTo>
                    <a:pt x="5032113" y="915482"/>
                  </a:lnTo>
                  <a:lnTo>
                    <a:pt x="0" y="915482"/>
                  </a:lnTo>
                  <a:close/>
                </a:path>
              </a:pathLst>
            </a:custGeom>
            <a:solidFill>
              <a:srgbClr val="5B9DB6"/>
            </a:solidFill>
          </p:spPr>
        </p:sp>
        <p:sp>
          <p:nvSpPr>
            <p:cNvPr name="TextBox 5" id="5"/>
            <p:cNvSpPr txBox="true"/>
            <p:nvPr/>
          </p:nvSpPr>
          <p:spPr>
            <a:xfrm>
              <a:off x="0" y="-38100"/>
              <a:ext cx="5032114" cy="95358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true" flipV="true" rot="0">
            <a:off x="12597790" y="-1309133"/>
            <a:ext cx="6759086" cy="3582316"/>
          </a:xfrm>
          <a:custGeom>
            <a:avLst/>
            <a:gdLst/>
            <a:ahLst/>
            <a:cxnLst/>
            <a:rect r="r" b="b" t="t" l="l"/>
            <a:pathLst>
              <a:path h="3582316" w="6759086">
                <a:moveTo>
                  <a:pt x="6759086" y="3582316"/>
                </a:moveTo>
                <a:lnTo>
                  <a:pt x="0" y="3582316"/>
                </a:lnTo>
                <a:lnTo>
                  <a:pt x="0" y="0"/>
                </a:lnTo>
                <a:lnTo>
                  <a:pt x="6759086" y="0"/>
                </a:lnTo>
                <a:lnTo>
                  <a:pt x="6759086" y="358231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8579447" y="4419690"/>
            <a:ext cx="9513806" cy="2549700"/>
          </a:xfrm>
          <a:custGeom>
            <a:avLst/>
            <a:gdLst/>
            <a:ahLst/>
            <a:cxnLst/>
            <a:rect r="r" b="b" t="t" l="l"/>
            <a:pathLst>
              <a:path h="2549700" w="9513806">
                <a:moveTo>
                  <a:pt x="0" y="0"/>
                </a:moveTo>
                <a:lnTo>
                  <a:pt x="9513805" y="0"/>
                </a:lnTo>
                <a:lnTo>
                  <a:pt x="9513805" y="2549700"/>
                </a:lnTo>
                <a:lnTo>
                  <a:pt x="0" y="2549700"/>
                </a:lnTo>
                <a:lnTo>
                  <a:pt x="0" y="0"/>
                </a:lnTo>
                <a:close/>
              </a:path>
            </a:pathLst>
          </a:custGeom>
          <a:blipFill>
            <a:blip r:embed="rId6"/>
            <a:stretch>
              <a:fillRect l="0" t="0" r="0" b="0"/>
            </a:stretch>
          </a:blipFill>
        </p:spPr>
      </p:sp>
      <p:sp>
        <p:nvSpPr>
          <p:cNvPr name="TextBox 8" id="8"/>
          <p:cNvSpPr txBox="true"/>
          <p:nvPr/>
        </p:nvSpPr>
        <p:spPr>
          <a:xfrm rot="0">
            <a:off x="1125835" y="4819967"/>
            <a:ext cx="7231499" cy="2380615"/>
          </a:xfrm>
          <a:prstGeom prst="rect">
            <a:avLst/>
          </a:prstGeom>
        </p:spPr>
        <p:txBody>
          <a:bodyPr anchor="t" rtlCol="false" tIns="0" lIns="0" bIns="0" rIns="0">
            <a:spAutoFit/>
          </a:bodyPr>
          <a:lstStyle/>
          <a:p>
            <a:pPr algn="just" marL="734059" indent="-367030" lvl="1">
              <a:lnSpc>
                <a:spcPts val="4759"/>
              </a:lnSpc>
              <a:buFont typeface="Arial"/>
              <a:buChar char="•"/>
            </a:pPr>
            <a:r>
              <a:rPr lang="en-US" sz="3399">
                <a:solidFill>
                  <a:srgbClr val="FFFFFF"/>
                </a:solidFill>
                <a:latin typeface="Noto Sans T Chinese"/>
                <a:ea typeface="Noto Sans T Chinese"/>
                <a:cs typeface="Noto Sans T Chinese"/>
                <a:sym typeface="Noto Sans T Chinese"/>
              </a:rPr>
              <a:t>It is hard for new people to start.</a:t>
            </a:r>
          </a:p>
          <a:p>
            <a:pPr algn="just" marL="734059" indent="-367030" lvl="1">
              <a:lnSpc>
                <a:spcPts val="4759"/>
              </a:lnSpc>
              <a:buFont typeface="Arial"/>
              <a:buChar char="•"/>
            </a:pPr>
            <a:r>
              <a:rPr lang="en-US" sz="3399">
                <a:solidFill>
                  <a:srgbClr val="FFFFFF"/>
                </a:solidFill>
                <a:latin typeface="Noto Sans T Chinese"/>
                <a:ea typeface="Noto Sans T Chinese"/>
                <a:cs typeface="Noto Sans T Chinese"/>
                <a:sym typeface="Noto Sans T Chinese"/>
              </a:rPr>
              <a:t>Testing is unclear.</a:t>
            </a:r>
          </a:p>
          <a:p>
            <a:pPr algn="just" marL="734059" indent="-367030" lvl="1">
              <a:lnSpc>
                <a:spcPts val="4759"/>
              </a:lnSpc>
              <a:buFont typeface="Arial"/>
              <a:buChar char="•"/>
            </a:pPr>
            <a:r>
              <a:rPr lang="en-US" sz="3399">
                <a:solidFill>
                  <a:srgbClr val="FFFFFF"/>
                </a:solidFill>
                <a:latin typeface="Noto Sans T Chinese"/>
                <a:ea typeface="Noto Sans T Chinese"/>
                <a:cs typeface="Noto Sans T Chinese"/>
                <a:sym typeface="Noto Sans T Chinese"/>
              </a:rPr>
              <a:t>Deployment often has errors.</a:t>
            </a:r>
          </a:p>
          <a:p>
            <a:pPr algn="just">
              <a:lnSpc>
                <a:spcPts val="4759"/>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292A31"/>
        </a:solidFill>
      </p:bgPr>
    </p:bg>
    <p:spTree>
      <p:nvGrpSpPr>
        <p:cNvPr id="1" name=""/>
        <p:cNvGrpSpPr/>
        <p:nvPr/>
      </p:nvGrpSpPr>
      <p:grpSpPr>
        <a:xfrm>
          <a:off x="0" y="0"/>
          <a:ext cx="0" cy="0"/>
          <a:chOff x="0" y="0"/>
          <a:chExt cx="0" cy="0"/>
        </a:xfrm>
      </p:grpSpPr>
      <p:sp>
        <p:nvSpPr>
          <p:cNvPr name="Freeform 2" id="2"/>
          <p:cNvSpPr/>
          <p:nvPr/>
        </p:nvSpPr>
        <p:spPr>
          <a:xfrm flipH="true" flipV="false" rot="0">
            <a:off x="-198401" y="9115898"/>
            <a:ext cx="18684802" cy="2288888"/>
          </a:xfrm>
          <a:custGeom>
            <a:avLst/>
            <a:gdLst/>
            <a:ahLst/>
            <a:cxnLst/>
            <a:rect r="r" b="b" t="t" l="l"/>
            <a:pathLst>
              <a:path h="2288888" w="18684802">
                <a:moveTo>
                  <a:pt x="18684802" y="0"/>
                </a:moveTo>
                <a:lnTo>
                  <a:pt x="0" y="0"/>
                </a:lnTo>
                <a:lnTo>
                  <a:pt x="0" y="2288888"/>
                </a:lnTo>
                <a:lnTo>
                  <a:pt x="18684802" y="2288888"/>
                </a:lnTo>
                <a:lnTo>
                  <a:pt x="18684802"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91896" y="-1442483"/>
            <a:ext cx="19690842" cy="3582316"/>
            <a:chOff x="0" y="0"/>
            <a:chExt cx="5032114" cy="915482"/>
          </a:xfrm>
        </p:grpSpPr>
        <p:sp>
          <p:nvSpPr>
            <p:cNvPr name="Freeform 4" id="4"/>
            <p:cNvSpPr/>
            <p:nvPr/>
          </p:nvSpPr>
          <p:spPr>
            <a:xfrm flipH="false" flipV="false" rot="0">
              <a:off x="0" y="0"/>
              <a:ext cx="5032113" cy="915482"/>
            </a:xfrm>
            <a:custGeom>
              <a:avLst/>
              <a:gdLst/>
              <a:ahLst/>
              <a:cxnLst/>
              <a:rect r="r" b="b" t="t" l="l"/>
              <a:pathLst>
                <a:path h="915482" w="5032113">
                  <a:moveTo>
                    <a:pt x="0" y="0"/>
                  </a:moveTo>
                  <a:lnTo>
                    <a:pt x="5032113" y="0"/>
                  </a:lnTo>
                  <a:lnTo>
                    <a:pt x="5032113" y="915482"/>
                  </a:lnTo>
                  <a:lnTo>
                    <a:pt x="0" y="915482"/>
                  </a:lnTo>
                  <a:close/>
                </a:path>
              </a:pathLst>
            </a:custGeom>
            <a:solidFill>
              <a:srgbClr val="5B9DB6"/>
            </a:solidFill>
          </p:spPr>
        </p:sp>
        <p:sp>
          <p:nvSpPr>
            <p:cNvPr name="TextBox 5" id="5"/>
            <p:cNvSpPr txBox="true"/>
            <p:nvPr/>
          </p:nvSpPr>
          <p:spPr>
            <a:xfrm>
              <a:off x="0" y="-38100"/>
              <a:ext cx="5032114" cy="95358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true" flipV="true" rot="0">
            <a:off x="12597790" y="-1309133"/>
            <a:ext cx="6759086" cy="3582316"/>
          </a:xfrm>
          <a:custGeom>
            <a:avLst/>
            <a:gdLst/>
            <a:ahLst/>
            <a:cxnLst/>
            <a:rect r="r" b="b" t="t" l="l"/>
            <a:pathLst>
              <a:path h="3582316" w="6759086">
                <a:moveTo>
                  <a:pt x="6759086" y="3582316"/>
                </a:moveTo>
                <a:lnTo>
                  <a:pt x="0" y="3582316"/>
                </a:lnTo>
                <a:lnTo>
                  <a:pt x="0" y="0"/>
                </a:lnTo>
                <a:lnTo>
                  <a:pt x="6759086" y="0"/>
                </a:lnTo>
                <a:lnTo>
                  <a:pt x="6759086" y="358231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8205468" y="2273183"/>
            <a:ext cx="10082532" cy="6288980"/>
          </a:xfrm>
          <a:custGeom>
            <a:avLst/>
            <a:gdLst/>
            <a:ahLst/>
            <a:cxnLst/>
            <a:rect r="r" b="b" t="t" l="l"/>
            <a:pathLst>
              <a:path h="6288980" w="10082532">
                <a:moveTo>
                  <a:pt x="0" y="0"/>
                </a:moveTo>
                <a:lnTo>
                  <a:pt x="10082532" y="0"/>
                </a:lnTo>
                <a:lnTo>
                  <a:pt x="10082532" y="6288980"/>
                </a:lnTo>
                <a:lnTo>
                  <a:pt x="0" y="6288980"/>
                </a:lnTo>
                <a:lnTo>
                  <a:pt x="0" y="0"/>
                </a:lnTo>
                <a:close/>
              </a:path>
            </a:pathLst>
          </a:custGeom>
          <a:blipFill>
            <a:blip r:embed="rId6"/>
            <a:stretch>
              <a:fillRect l="0" t="0" r="0" b="0"/>
            </a:stretch>
          </a:blipFill>
        </p:spPr>
      </p:sp>
      <p:sp>
        <p:nvSpPr>
          <p:cNvPr name="TextBox 8" id="8"/>
          <p:cNvSpPr txBox="true"/>
          <p:nvPr/>
        </p:nvSpPr>
        <p:spPr>
          <a:xfrm rot="0">
            <a:off x="287595" y="3919855"/>
            <a:ext cx="10082532" cy="2380615"/>
          </a:xfrm>
          <a:prstGeom prst="rect">
            <a:avLst/>
          </a:prstGeom>
        </p:spPr>
        <p:txBody>
          <a:bodyPr anchor="t" rtlCol="false" tIns="0" lIns="0" bIns="0" rIns="0">
            <a:spAutoFit/>
          </a:bodyPr>
          <a:lstStyle/>
          <a:p>
            <a:pPr algn="l">
              <a:lnSpc>
                <a:spcPts val="4759"/>
              </a:lnSpc>
            </a:pPr>
            <a:r>
              <a:rPr lang="en-US" sz="3399">
                <a:solidFill>
                  <a:srgbClr val="FFFFFF"/>
                </a:solidFill>
                <a:latin typeface="Noto Sans T Chinese"/>
                <a:ea typeface="Noto Sans T Chinese"/>
                <a:cs typeface="Noto Sans T Chinese"/>
                <a:sym typeface="Noto Sans T Chinese"/>
              </a:rPr>
              <a:t> Better teamwork.</a:t>
            </a:r>
          </a:p>
          <a:p>
            <a:pPr algn="l">
              <a:lnSpc>
                <a:spcPts val="4759"/>
              </a:lnSpc>
            </a:pPr>
            <a:r>
              <a:rPr lang="en-US" sz="3399">
                <a:solidFill>
                  <a:srgbClr val="FFFFFF"/>
                </a:solidFill>
                <a:latin typeface="Noto Sans T Chinese"/>
                <a:ea typeface="Noto Sans T Chinese"/>
                <a:cs typeface="Noto Sans T Chinese"/>
                <a:sym typeface="Noto Sans T Chinese"/>
              </a:rPr>
              <a:t> Stable testing for everyone.</a:t>
            </a:r>
          </a:p>
          <a:p>
            <a:pPr algn="l">
              <a:lnSpc>
                <a:spcPts val="4759"/>
              </a:lnSpc>
            </a:pPr>
            <a:r>
              <a:rPr lang="en-US" sz="3399">
                <a:solidFill>
                  <a:srgbClr val="FFFFFF"/>
                </a:solidFill>
                <a:latin typeface="Noto Sans T Chinese"/>
                <a:ea typeface="Noto Sans T Chinese"/>
                <a:cs typeface="Noto Sans T Chinese"/>
                <a:sym typeface="Noto Sans T Chinese"/>
              </a:rPr>
              <a:t> Higher quality for the final submission.</a:t>
            </a:r>
          </a:p>
          <a:p>
            <a:pPr algn="just">
              <a:lnSpc>
                <a:spcPts val="4759"/>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292A31"/>
        </a:solidFill>
      </p:bgPr>
    </p:bg>
    <p:spTree>
      <p:nvGrpSpPr>
        <p:cNvPr id="1" name=""/>
        <p:cNvGrpSpPr/>
        <p:nvPr/>
      </p:nvGrpSpPr>
      <p:grpSpPr>
        <a:xfrm>
          <a:off x="0" y="0"/>
          <a:ext cx="0" cy="0"/>
          <a:chOff x="0" y="0"/>
          <a:chExt cx="0" cy="0"/>
        </a:xfrm>
      </p:grpSpPr>
      <p:sp>
        <p:nvSpPr>
          <p:cNvPr name="Freeform 2" id="2"/>
          <p:cNvSpPr/>
          <p:nvPr/>
        </p:nvSpPr>
        <p:spPr>
          <a:xfrm flipH="true" flipV="false" rot="0">
            <a:off x="-198401" y="9115898"/>
            <a:ext cx="18684802" cy="2288888"/>
          </a:xfrm>
          <a:custGeom>
            <a:avLst/>
            <a:gdLst/>
            <a:ahLst/>
            <a:cxnLst/>
            <a:rect r="r" b="b" t="t" l="l"/>
            <a:pathLst>
              <a:path h="2288888" w="18684802">
                <a:moveTo>
                  <a:pt x="18684802" y="0"/>
                </a:moveTo>
                <a:lnTo>
                  <a:pt x="0" y="0"/>
                </a:lnTo>
                <a:lnTo>
                  <a:pt x="0" y="2288888"/>
                </a:lnTo>
                <a:lnTo>
                  <a:pt x="18684802" y="2288888"/>
                </a:lnTo>
                <a:lnTo>
                  <a:pt x="18684802"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91896" y="-1442483"/>
            <a:ext cx="19690842" cy="3582316"/>
            <a:chOff x="0" y="0"/>
            <a:chExt cx="5032114" cy="915482"/>
          </a:xfrm>
        </p:grpSpPr>
        <p:sp>
          <p:nvSpPr>
            <p:cNvPr name="Freeform 4" id="4"/>
            <p:cNvSpPr/>
            <p:nvPr/>
          </p:nvSpPr>
          <p:spPr>
            <a:xfrm flipH="false" flipV="false" rot="0">
              <a:off x="0" y="0"/>
              <a:ext cx="5032113" cy="915482"/>
            </a:xfrm>
            <a:custGeom>
              <a:avLst/>
              <a:gdLst/>
              <a:ahLst/>
              <a:cxnLst/>
              <a:rect r="r" b="b" t="t" l="l"/>
              <a:pathLst>
                <a:path h="915482" w="5032113">
                  <a:moveTo>
                    <a:pt x="0" y="0"/>
                  </a:moveTo>
                  <a:lnTo>
                    <a:pt x="5032113" y="0"/>
                  </a:lnTo>
                  <a:lnTo>
                    <a:pt x="5032113" y="915482"/>
                  </a:lnTo>
                  <a:lnTo>
                    <a:pt x="0" y="915482"/>
                  </a:lnTo>
                  <a:close/>
                </a:path>
              </a:pathLst>
            </a:custGeom>
            <a:solidFill>
              <a:srgbClr val="5B9DB6"/>
            </a:solidFill>
          </p:spPr>
        </p:sp>
        <p:sp>
          <p:nvSpPr>
            <p:cNvPr name="TextBox 5" id="5"/>
            <p:cNvSpPr txBox="true"/>
            <p:nvPr/>
          </p:nvSpPr>
          <p:spPr>
            <a:xfrm>
              <a:off x="0" y="-38100"/>
              <a:ext cx="5032114" cy="95358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true" flipV="true" rot="0">
            <a:off x="12597790" y="-1309133"/>
            <a:ext cx="6759086" cy="3582316"/>
          </a:xfrm>
          <a:custGeom>
            <a:avLst/>
            <a:gdLst/>
            <a:ahLst/>
            <a:cxnLst/>
            <a:rect r="r" b="b" t="t" l="l"/>
            <a:pathLst>
              <a:path h="3582316" w="6759086">
                <a:moveTo>
                  <a:pt x="6759086" y="3582316"/>
                </a:moveTo>
                <a:lnTo>
                  <a:pt x="0" y="3582316"/>
                </a:lnTo>
                <a:lnTo>
                  <a:pt x="0" y="0"/>
                </a:lnTo>
                <a:lnTo>
                  <a:pt x="6759086" y="0"/>
                </a:lnTo>
                <a:lnTo>
                  <a:pt x="6759086" y="358231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2696954" y="1541859"/>
            <a:ext cx="14124081" cy="7574039"/>
          </a:xfrm>
          <a:custGeom>
            <a:avLst/>
            <a:gdLst/>
            <a:ahLst/>
            <a:cxnLst/>
            <a:rect r="r" b="b" t="t" l="l"/>
            <a:pathLst>
              <a:path h="7574039" w="14124081">
                <a:moveTo>
                  <a:pt x="0" y="0"/>
                </a:moveTo>
                <a:lnTo>
                  <a:pt x="14124081" y="0"/>
                </a:lnTo>
                <a:lnTo>
                  <a:pt x="14124081" y="7574039"/>
                </a:lnTo>
                <a:lnTo>
                  <a:pt x="0" y="7574039"/>
                </a:lnTo>
                <a:lnTo>
                  <a:pt x="0" y="0"/>
                </a:lnTo>
                <a:close/>
              </a:path>
            </a:pathLst>
          </a:custGeom>
          <a:blipFill>
            <a:blip r:embed="rId6"/>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292A31"/>
        </a:solidFill>
      </p:bgPr>
    </p:bg>
    <p:spTree>
      <p:nvGrpSpPr>
        <p:cNvPr id="1" name=""/>
        <p:cNvGrpSpPr/>
        <p:nvPr/>
      </p:nvGrpSpPr>
      <p:grpSpPr>
        <a:xfrm>
          <a:off x="0" y="0"/>
          <a:ext cx="0" cy="0"/>
          <a:chOff x="0" y="0"/>
          <a:chExt cx="0" cy="0"/>
        </a:xfrm>
      </p:grpSpPr>
      <p:sp>
        <p:nvSpPr>
          <p:cNvPr name="Freeform 2" id="2"/>
          <p:cNvSpPr/>
          <p:nvPr/>
        </p:nvSpPr>
        <p:spPr>
          <a:xfrm flipH="true" flipV="false" rot="0">
            <a:off x="-198401" y="9115898"/>
            <a:ext cx="18684802" cy="2288888"/>
          </a:xfrm>
          <a:custGeom>
            <a:avLst/>
            <a:gdLst/>
            <a:ahLst/>
            <a:cxnLst/>
            <a:rect r="r" b="b" t="t" l="l"/>
            <a:pathLst>
              <a:path h="2288888" w="18684802">
                <a:moveTo>
                  <a:pt x="18684802" y="0"/>
                </a:moveTo>
                <a:lnTo>
                  <a:pt x="0" y="0"/>
                </a:lnTo>
                <a:lnTo>
                  <a:pt x="0" y="2288888"/>
                </a:lnTo>
                <a:lnTo>
                  <a:pt x="18684802" y="2288888"/>
                </a:lnTo>
                <a:lnTo>
                  <a:pt x="18684802"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91896" y="-1442483"/>
            <a:ext cx="19690842" cy="3582316"/>
            <a:chOff x="0" y="0"/>
            <a:chExt cx="5032114" cy="915482"/>
          </a:xfrm>
        </p:grpSpPr>
        <p:sp>
          <p:nvSpPr>
            <p:cNvPr name="Freeform 4" id="4"/>
            <p:cNvSpPr/>
            <p:nvPr/>
          </p:nvSpPr>
          <p:spPr>
            <a:xfrm flipH="false" flipV="false" rot="0">
              <a:off x="0" y="0"/>
              <a:ext cx="5032113" cy="915482"/>
            </a:xfrm>
            <a:custGeom>
              <a:avLst/>
              <a:gdLst/>
              <a:ahLst/>
              <a:cxnLst/>
              <a:rect r="r" b="b" t="t" l="l"/>
              <a:pathLst>
                <a:path h="915482" w="5032113">
                  <a:moveTo>
                    <a:pt x="0" y="0"/>
                  </a:moveTo>
                  <a:lnTo>
                    <a:pt x="5032113" y="0"/>
                  </a:lnTo>
                  <a:lnTo>
                    <a:pt x="5032113" y="915482"/>
                  </a:lnTo>
                  <a:lnTo>
                    <a:pt x="0" y="915482"/>
                  </a:lnTo>
                  <a:close/>
                </a:path>
              </a:pathLst>
            </a:custGeom>
            <a:solidFill>
              <a:srgbClr val="5B9DB6"/>
            </a:solidFill>
          </p:spPr>
        </p:sp>
        <p:sp>
          <p:nvSpPr>
            <p:cNvPr name="TextBox 5" id="5"/>
            <p:cNvSpPr txBox="true"/>
            <p:nvPr/>
          </p:nvSpPr>
          <p:spPr>
            <a:xfrm>
              <a:off x="0" y="-38100"/>
              <a:ext cx="5032114" cy="95358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true" flipV="true" rot="0">
            <a:off x="12597790" y="-1309133"/>
            <a:ext cx="6759086" cy="3582316"/>
          </a:xfrm>
          <a:custGeom>
            <a:avLst/>
            <a:gdLst/>
            <a:ahLst/>
            <a:cxnLst/>
            <a:rect r="r" b="b" t="t" l="l"/>
            <a:pathLst>
              <a:path h="3582316" w="6759086">
                <a:moveTo>
                  <a:pt x="6759086" y="3582316"/>
                </a:moveTo>
                <a:lnTo>
                  <a:pt x="0" y="3582316"/>
                </a:lnTo>
                <a:lnTo>
                  <a:pt x="0" y="0"/>
                </a:lnTo>
                <a:lnTo>
                  <a:pt x="6759086" y="0"/>
                </a:lnTo>
                <a:lnTo>
                  <a:pt x="6759086" y="358231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4284422" y="2306721"/>
            <a:ext cx="9719156" cy="5673557"/>
          </a:xfrm>
          <a:custGeom>
            <a:avLst/>
            <a:gdLst/>
            <a:ahLst/>
            <a:cxnLst/>
            <a:rect r="r" b="b" t="t" l="l"/>
            <a:pathLst>
              <a:path h="5673557" w="9719156">
                <a:moveTo>
                  <a:pt x="0" y="0"/>
                </a:moveTo>
                <a:lnTo>
                  <a:pt x="9719156" y="0"/>
                </a:lnTo>
                <a:lnTo>
                  <a:pt x="9719156" y="5673558"/>
                </a:lnTo>
                <a:lnTo>
                  <a:pt x="0" y="5673558"/>
                </a:lnTo>
                <a:lnTo>
                  <a:pt x="0" y="0"/>
                </a:lnTo>
                <a:close/>
              </a:path>
            </a:pathLst>
          </a:custGeom>
          <a:blipFill>
            <a:blip r:embed="rId6"/>
            <a:stretch>
              <a:fillRect l="0" t="0" r="0" b="0"/>
            </a:stretch>
          </a:blipFill>
        </p:spPr>
      </p:sp>
      <p:sp>
        <p:nvSpPr>
          <p:cNvPr name="Freeform 8" id="8"/>
          <p:cNvSpPr/>
          <p:nvPr/>
        </p:nvSpPr>
        <p:spPr>
          <a:xfrm flipH="false" flipV="false" rot="0">
            <a:off x="624730" y="233813"/>
            <a:ext cx="15594086" cy="9103048"/>
          </a:xfrm>
          <a:custGeom>
            <a:avLst/>
            <a:gdLst/>
            <a:ahLst/>
            <a:cxnLst/>
            <a:rect r="r" b="b" t="t" l="l"/>
            <a:pathLst>
              <a:path h="9103048" w="15594086">
                <a:moveTo>
                  <a:pt x="0" y="0"/>
                </a:moveTo>
                <a:lnTo>
                  <a:pt x="15594086" y="0"/>
                </a:lnTo>
                <a:lnTo>
                  <a:pt x="15594086" y="9103047"/>
                </a:lnTo>
                <a:lnTo>
                  <a:pt x="0" y="9103047"/>
                </a:lnTo>
                <a:lnTo>
                  <a:pt x="0" y="0"/>
                </a:lnTo>
                <a:close/>
              </a:path>
            </a:pathLst>
          </a:custGeom>
          <a:blipFill>
            <a:blip r:embed="rId6"/>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292A31"/>
        </a:solidFill>
      </p:bgPr>
    </p:bg>
    <p:spTree>
      <p:nvGrpSpPr>
        <p:cNvPr id="1" name=""/>
        <p:cNvGrpSpPr/>
        <p:nvPr/>
      </p:nvGrpSpPr>
      <p:grpSpPr>
        <a:xfrm>
          <a:off x="0" y="0"/>
          <a:ext cx="0" cy="0"/>
          <a:chOff x="0" y="0"/>
          <a:chExt cx="0" cy="0"/>
        </a:xfrm>
      </p:grpSpPr>
      <p:sp>
        <p:nvSpPr>
          <p:cNvPr name="Freeform 2" id="2"/>
          <p:cNvSpPr/>
          <p:nvPr/>
        </p:nvSpPr>
        <p:spPr>
          <a:xfrm flipH="true" flipV="false" rot="0">
            <a:off x="-198401" y="9115898"/>
            <a:ext cx="18684802" cy="2288888"/>
          </a:xfrm>
          <a:custGeom>
            <a:avLst/>
            <a:gdLst/>
            <a:ahLst/>
            <a:cxnLst/>
            <a:rect r="r" b="b" t="t" l="l"/>
            <a:pathLst>
              <a:path h="2288888" w="18684802">
                <a:moveTo>
                  <a:pt x="18684802" y="0"/>
                </a:moveTo>
                <a:lnTo>
                  <a:pt x="0" y="0"/>
                </a:lnTo>
                <a:lnTo>
                  <a:pt x="0" y="2288888"/>
                </a:lnTo>
                <a:lnTo>
                  <a:pt x="18684802" y="2288888"/>
                </a:lnTo>
                <a:lnTo>
                  <a:pt x="18684802"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91896" y="-1442483"/>
            <a:ext cx="19690842" cy="3582316"/>
            <a:chOff x="0" y="0"/>
            <a:chExt cx="5032114" cy="915482"/>
          </a:xfrm>
        </p:grpSpPr>
        <p:sp>
          <p:nvSpPr>
            <p:cNvPr name="Freeform 4" id="4"/>
            <p:cNvSpPr/>
            <p:nvPr/>
          </p:nvSpPr>
          <p:spPr>
            <a:xfrm flipH="false" flipV="false" rot="0">
              <a:off x="0" y="0"/>
              <a:ext cx="5032113" cy="915482"/>
            </a:xfrm>
            <a:custGeom>
              <a:avLst/>
              <a:gdLst/>
              <a:ahLst/>
              <a:cxnLst/>
              <a:rect r="r" b="b" t="t" l="l"/>
              <a:pathLst>
                <a:path h="915482" w="5032113">
                  <a:moveTo>
                    <a:pt x="0" y="0"/>
                  </a:moveTo>
                  <a:lnTo>
                    <a:pt x="5032113" y="0"/>
                  </a:lnTo>
                  <a:lnTo>
                    <a:pt x="5032113" y="915482"/>
                  </a:lnTo>
                  <a:lnTo>
                    <a:pt x="0" y="915482"/>
                  </a:lnTo>
                  <a:close/>
                </a:path>
              </a:pathLst>
            </a:custGeom>
            <a:solidFill>
              <a:srgbClr val="5B9DB6"/>
            </a:solidFill>
          </p:spPr>
        </p:sp>
        <p:sp>
          <p:nvSpPr>
            <p:cNvPr name="TextBox 5" id="5"/>
            <p:cNvSpPr txBox="true"/>
            <p:nvPr/>
          </p:nvSpPr>
          <p:spPr>
            <a:xfrm>
              <a:off x="0" y="-38100"/>
              <a:ext cx="5032114" cy="95358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true" flipV="true" rot="0">
            <a:off x="12597790" y="-1309133"/>
            <a:ext cx="6759086" cy="3582316"/>
          </a:xfrm>
          <a:custGeom>
            <a:avLst/>
            <a:gdLst/>
            <a:ahLst/>
            <a:cxnLst/>
            <a:rect r="r" b="b" t="t" l="l"/>
            <a:pathLst>
              <a:path h="3582316" w="6759086">
                <a:moveTo>
                  <a:pt x="6759086" y="3582316"/>
                </a:moveTo>
                <a:lnTo>
                  <a:pt x="0" y="3582316"/>
                </a:lnTo>
                <a:lnTo>
                  <a:pt x="0" y="0"/>
                </a:lnTo>
                <a:lnTo>
                  <a:pt x="6759086" y="0"/>
                </a:lnTo>
                <a:lnTo>
                  <a:pt x="6759086" y="358231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348764" y="482025"/>
            <a:ext cx="16910536" cy="8962584"/>
          </a:xfrm>
          <a:custGeom>
            <a:avLst/>
            <a:gdLst/>
            <a:ahLst/>
            <a:cxnLst/>
            <a:rect r="r" b="b" t="t" l="l"/>
            <a:pathLst>
              <a:path h="8962584" w="16910536">
                <a:moveTo>
                  <a:pt x="0" y="0"/>
                </a:moveTo>
                <a:lnTo>
                  <a:pt x="16910536" y="0"/>
                </a:lnTo>
                <a:lnTo>
                  <a:pt x="16910536" y="8962584"/>
                </a:lnTo>
                <a:lnTo>
                  <a:pt x="0" y="8962584"/>
                </a:lnTo>
                <a:lnTo>
                  <a:pt x="0" y="0"/>
                </a:lnTo>
                <a:close/>
              </a:path>
            </a:pathLst>
          </a:custGeom>
          <a:blipFill>
            <a:blip r:embed="rId6"/>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292A31"/>
        </a:solidFill>
      </p:bgPr>
    </p:bg>
    <p:spTree>
      <p:nvGrpSpPr>
        <p:cNvPr id="1" name=""/>
        <p:cNvGrpSpPr/>
        <p:nvPr/>
      </p:nvGrpSpPr>
      <p:grpSpPr>
        <a:xfrm>
          <a:off x="0" y="0"/>
          <a:ext cx="0" cy="0"/>
          <a:chOff x="0" y="0"/>
          <a:chExt cx="0" cy="0"/>
        </a:xfrm>
      </p:grpSpPr>
      <p:grpSp>
        <p:nvGrpSpPr>
          <p:cNvPr name="Group 2" id="2"/>
          <p:cNvGrpSpPr/>
          <p:nvPr/>
        </p:nvGrpSpPr>
        <p:grpSpPr>
          <a:xfrm rot="0">
            <a:off x="-2053545" y="1375570"/>
            <a:ext cx="22395090" cy="5962888"/>
            <a:chOff x="0" y="0"/>
            <a:chExt cx="5032114" cy="1339844"/>
          </a:xfrm>
        </p:grpSpPr>
        <p:sp>
          <p:nvSpPr>
            <p:cNvPr name="Freeform 3" id="3"/>
            <p:cNvSpPr/>
            <p:nvPr/>
          </p:nvSpPr>
          <p:spPr>
            <a:xfrm flipH="false" flipV="false" rot="0">
              <a:off x="0" y="0"/>
              <a:ext cx="5032113" cy="1339844"/>
            </a:xfrm>
            <a:custGeom>
              <a:avLst/>
              <a:gdLst/>
              <a:ahLst/>
              <a:cxnLst/>
              <a:rect r="r" b="b" t="t" l="l"/>
              <a:pathLst>
                <a:path h="1339844" w="5032113">
                  <a:moveTo>
                    <a:pt x="0" y="0"/>
                  </a:moveTo>
                  <a:lnTo>
                    <a:pt x="5032113" y="0"/>
                  </a:lnTo>
                  <a:lnTo>
                    <a:pt x="5032113" y="1339844"/>
                  </a:lnTo>
                  <a:lnTo>
                    <a:pt x="0" y="1339844"/>
                  </a:lnTo>
                  <a:close/>
                </a:path>
              </a:pathLst>
            </a:custGeom>
            <a:solidFill>
              <a:srgbClr val="5B9DB6"/>
            </a:solidFill>
          </p:spPr>
        </p:sp>
        <p:sp>
          <p:nvSpPr>
            <p:cNvPr name="TextBox 4" id="4"/>
            <p:cNvSpPr txBox="true"/>
            <p:nvPr/>
          </p:nvSpPr>
          <p:spPr>
            <a:xfrm>
              <a:off x="0" y="-38100"/>
              <a:ext cx="5032114" cy="1377944"/>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5335781" y="6893065"/>
            <a:ext cx="7761506" cy="1124688"/>
            <a:chOff x="0" y="0"/>
            <a:chExt cx="1743988" cy="252714"/>
          </a:xfrm>
        </p:grpSpPr>
        <p:sp>
          <p:nvSpPr>
            <p:cNvPr name="Freeform 6" id="6"/>
            <p:cNvSpPr/>
            <p:nvPr/>
          </p:nvSpPr>
          <p:spPr>
            <a:xfrm flipH="false" flipV="false" rot="0">
              <a:off x="0" y="0"/>
              <a:ext cx="1743989" cy="252714"/>
            </a:xfrm>
            <a:custGeom>
              <a:avLst/>
              <a:gdLst/>
              <a:ahLst/>
              <a:cxnLst/>
              <a:rect r="r" b="b" t="t" l="l"/>
              <a:pathLst>
                <a:path h="252714" w="1743989">
                  <a:moveTo>
                    <a:pt x="99748" y="0"/>
                  </a:moveTo>
                  <a:lnTo>
                    <a:pt x="1644241" y="0"/>
                  </a:lnTo>
                  <a:cubicBezTo>
                    <a:pt x="1699330" y="0"/>
                    <a:pt x="1743989" y="44659"/>
                    <a:pt x="1743989" y="99748"/>
                  </a:cubicBezTo>
                  <a:lnTo>
                    <a:pt x="1743989" y="152966"/>
                  </a:lnTo>
                  <a:cubicBezTo>
                    <a:pt x="1743989" y="179421"/>
                    <a:pt x="1733479" y="204792"/>
                    <a:pt x="1714773" y="223499"/>
                  </a:cubicBezTo>
                  <a:cubicBezTo>
                    <a:pt x="1696067" y="242205"/>
                    <a:pt x="1670696" y="252714"/>
                    <a:pt x="1644241" y="252714"/>
                  </a:cubicBezTo>
                  <a:lnTo>
                    <a:pt x="99748" y="252714"/>
                  </a:lnTo>
                  <a:cubicBezTo>
                    <a:pt x="73293" y="252714"/>
                    <a:pt x="47922" y="242205"/>
                    <a:pt x="29215" y="223499"/>
                  </a:cubicBezTo>
                  <a:cubicBezTo>
                    <a:pt x="10509" y="204792"/>
                    <a:pt x="0" y="179421"/>
                    <a:pt x="0" y="152966"/>
                  </a:cubicBezTo>
                  <a:lnTo>
                    <a:pt x="0" y="99748"/>
                  </a:lnTo>
                  <a:cubicBezTo>
                    <a:pt x="0" y="73293"/>
                    <a:pt x="10509" y="47922"/>
                    <a:pt x="29215" y="29215"/>
                  </a:cubicBezTo>
                  <a:cubicBezTo>
                    <a:pt x="47922" y="10509"/>
                    <a:pt x="73293" y="0"/>
                    <a:pt x="99748" y="0"/>
                  </a:cubicBezTo>
                  <a:close/>
                </a:path>
              </a:pathLst>
            </a:custGeom>
            <a:solidFill>
              <a:srgbClr val="FFFFFF"/>
            </a:solidFill>
          </p:spPr>
        </p:sp>
        <p:sp>
          <p:nvSpPr>
            <p:cNvPr name="TextBox 7" id="7"/>
            <p:cNvSpPr txBox="true"/>
            <p:nvPr/>
          </p:nvSpPr>
          <p:spPr>
            <a:xfrm>
              <a:off x="0" y="-38100"/>
              <a:ext cx="1743988" cy="290814"/>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5190714" y="6893065"/>
            <a:ext cx="7761506" cy="1124688"/>
            <a:chOff x="0" y="0"/>
            <a:chExt cx="1743988" cy="252714"/>
          </a:xfrm>
        </p:grpSpPr>
        <p:sp>
          <p:nvSpPr>
            <p:cNvPr name="Freeform 9" id="9"/>
            <p:cNvSpPr/>
            <p:nvPr/>
          </p:nvSpPr>
          <p:spPr>
            <a:xfrm flipH="false" flipV="false" rot="0">
              <a:off x="0" y="0"/>
              <a:ext cx="1743989" cy="252714"/>
            </a:xfrm>
            <a:custGeom>
              <a:avLst/>
              <a:gdLst/>
              <a:ahLst/>
              <a:cxnLst/>
              <a:rect r="r" b="b" t="t" l="l"/>
              <a:pathLst>
                <a:path h="252714" w="1743989">
                  <a:moveTo>
                    <a:pt x="99748" y="0"/>
                  </a:moveTo>
                  <a:lnTo>
                    <a:pt x="1644241" y="0"/>
                  </a:lnTo>
                  <a:cubicBezTo>
                    <a:pt x="1699330" y="0"/>
                    <a:pt x="1743989" y="44659"/>
                    <a:pt x="1743989" y="99748"/>
                  </a:cubicBezTo>
                  <a:lnTo>
                    <a:pt x="1743989" y="152966"/>
                  </a:lnTo>
                  <a:cubicBezTo>
                    <a:pt x="1743989" y="179421"/>
                    <a:pt x="1733479" y="204792"/>
                    <a:pt x="1714773" y="223499"/>
                  </a:cubicBezTo>
                  <a:cubicBezTo>
                    <a:pt x="1696067" y="242205"/>
                    <a:pt x="1670696" y="252714"/>
                    <a:pt x="1644241" y="252714"/>
                  </a:cubicBezTo>
                  <a:lnTo>
                    <a:pt x="99748" y="252714"/>
                  </a:lnTo>
                  <a:cubicBezTo>
                    <a:pt x="73293" y="252714"/>
                    <a:pt x="47922" y="242205"/>
                    <a:pt x="29215" y="223499"/>
                  </a:cubicBezTo>
                  <a:cubicBezTo>
                    <a:pt x="10509" y="204792"/>
                    <a:pt x="0" y="179421"/>
                    <a:pt x="0" y="152966"/>
                  </a:cubicBezTo>
                  <a:lnTo>
                    <a:pt x="0" y="99748"/>
                  </a:lnTo>
                  <a:cubicBezTo>
                    <a:pt x="0" y="73293"/>
                    <a:pt x="10509" y="47922"/>
                    <a:pt x="29215" y="29215"/>
                  </a:cubicBezTo>
                  <a:cubicBezTo>
                    <a:pt x="47922" y="10509"/>
                    <a:pt x="73293" y="0"/>
                    <a:pt x="99748" y="0"/>
                  </a:cubicBezTo>
                  <a:close/>
                </a:path>
              </a:pathLst>
            </a:custGeom>
            <a:solidFill>
              <a:srgbClr val="337189"/>
            </a:solidFill>
          </p:spPr>
        </p:sp>
        <p:sp>
          <p:nvSpPr>
            <p:cNvPr name="TextBox 10" id="10"/>
            <p:cNvSpPr txBox="true"/>
            <p:nvPr/>
          </p:nvSpPr>
          <p:spPr>
            <a:xfrm>
              <a:off x="0" y="-38100"/>
              <a:ext cx="1743988" cy="290814"/>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541185" y="2456671"/>
            <a:ext cx="15205631" cy="3849083"/>
            <a:chOff x="0" y="0"/>
            <a:chExt cx="2258425" cy="571687"/>
          </a:xfrm>
        </p:grpSpPr>
        <p:sp>
          <p:nvSpPr>
            <p:cNvPr name="Freeform 12" id="12"/>
            <p:cNvSpPr/>
            <p:nvPr/>
          </p:nvSpPr>
          <p:spPr>
            <a:xfrm flipH="false" flipV="false" rot="0">
              <a:off x="0" y="0"/>
              <a:ext cx="2258425" cy="571687"/>
            </a:xfrm>
            <a:custGeom>
              <a:avLst/>
              <a:gdLst/>
              <a:ahLst/>
              <a:cxnLst/>
              <a:rect r="r" b="b" t="t" l="l"/>
              <a:pathLst>
                <a:path h="571687" w="2258425">
                  <a:moveTo>
                    <a:pt x="0" y="0"/>
                  </a:moveTo>
                  <a:lnTo>
                    <a:pt x="2258425" y="0"/>
                  </a:lnTo>
                  <a:lnTo>
                    <a:pt x="2258425" y="571687"/>
                  </a:lnTo>
                  <a:lnTo>
                    <a:pt x="0" y="571687"/>
                  </a:lnTo>
                  <a:close/>
                </a:path>
              </a:pathLst>
            </a:custGeom>
            <a:gradFill rotWithShape="true">
              <a:gsLst>
                <a:gs pos="0">
                  <a:srgbClr val="337189">
                    <a:alpha val="100000"/>
                  </a:srgbClr>
                </a:gs>
                <a:gs pos="100000">
                  <a:srgbClr val="292A31">
                    <a:alpha val="100000"/>
                  </a:srgbClr>
                </a:gs>
              </a:gsLst>
              <a:lin ang="0"/>
            </a:gradFill>
          </p:spPr>
        </p:sp>
        <p:sp>
          <p:nvSpPr>
            <p:cNvPr name="TextBox 13" id="13"/>
            <p:cNvSpPr txBox="true"/>
            <p:nvPr/>
          </p:nvSpPr>
          <p:spPr>
            <a:xfrm>
              <a:off x="0" y="-38100"/>
              <a:ext cx="2258425" cy="609787"/>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13424394" y="7014997"/>
            <a:ext cx="2188060" cy="758528"/>
          </a:xfrm>
          <a:custGeom>
            <a:avLst/>
            <a:gdLst/>
            <a:ahLst/>
            <a:cxnLst/>
            <a:rect r="r" b="b" t="t" l="l"/>
            <a:pathLst>
              <a:path h="758528" w="2188060">
                <a:moveTo>
                  <a:pt x="0" y="0"/>
                </a:moveTo>
                <a:lnTo>
                  <a:pt x="2188061" y="0"/>
                </a:lnTo>
                <a:lnTo>
                  <a:pt x="2188061" y="758527"/>
                </a:lnTo>
                <a:lnTo>
                  <a:pt x="0" y="7585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2675545" y="7014997"/>
            <a:ext cx="2188060" cy="758528"/>
          </a:xfrm>
          <a:custGeom>
            <a:avLst/>
            <a:gdLst/>
            <a:ahLst/>
            <a:cxnLst/>
            <a:rect r="r" b="b" t="t" l="l"/>
            <a:pathLst>
              <a:path h="758528" w="2188060">
                <a:moveTo>
                  <a:pt x="0" y="0"/>
                </a:moveTo>
                <a:lnTo>
                  <a:pt x="2188061" y="0"/>
                </a:lnTo>
                <a:lnTo>
                  <a:pt x="2188061" y="758527"/>
                </a:lnTo>
                <a:lnTo>
                  <a:pt x="0" y="7585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6" id="16"/>
          <p:cNvSpPr txBox="true"/>
          <p:nvPr/>
        </p:nvSpPr>
        <p:spPr>
          <a:xfrm rot="0">
            <a:off x="1944626" y="3485191"/>
            <a:ext cx="14398748" cy="2332846"/>
          </a:xfrm>
          <a:prstGeom prst="rect">
            <a:avLst/>
          </a:prstGeom>
        </p:spPr>
        <p:txBody>
          <a:bodyPr anchor="t" rtlCol="false" tIns="0" lIns="0" bIns="0" rIns="0">
            <a:spAutoFit/>
          </a:bodyPr>
          <a:lstStyle/>
          <a:p>
            <a:pPr algn="ctr">
              <a:lnSpc>
                <a:spcPts val="17945"/>
              </a:lnSpc>
            </a:pPr>
            <a:r>
              <a:rPr lang="en-US" sz="16314">
                <a:solidFill>
                  <a:srgbClr val="FFFFFF"/>
                </a:solidFill>
                <a:latin typeface="League Spartan"/>
                <a:ea typeface="League Spartan"/>
                <a:cs typeface="League Spartan"/>
                <a:sym typeface="League Spartan"/>
              </a:rPr>
              <a:t>THANK YOU</a:t>
            </a:r>
          </a:p>
        </p:txBody>
      </p:sp>
      <p:sp>
        <p:nvSpPr>
          <p:cNvPr name="Freeform 17" id="17"/>
          <p:cNvSpPr/>
          <p:nvPr/>
        </p:nvSpPr>
        <p:spPr>
          <a:xfrm flipH="true" flipV="false" rot="0">
            <a:off x="-198401" y="9014824"/>
            <a:ext cx="18684802" cy="2288888"/>
          </a:xfrm>
          <a:custGeom>
            <a:avLst/>
            <a:gdLst/>
            <a:ahLst/>
            <a:cxnLst/>
            <a:rect r="r" b="b" t="t" l="l"/>
            <a:pathLst>
              <a:path h="2288888" w="18684802">
                <a:moveTo>
                  <a:pt x="18684802" y="0"/>
                </a:moveTo>
                <a:lnTo>
                  <a:pt x="0" y="0"/>
                </a:lnTo>
                <a:lnTo>
                  <a:pt x="0" y="2288888"/>
                </a:lnTo>
                <a:lnTo>
                  <a:pt x="18684802" y="2288888"/>
                </a:lnTo>
                <a:lnTo>
                  <a:pt x="1868480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8" id="18"/>
          <p:cNvSpPr txBox="true"/>
          <p:nvPr/>
        </p:nvSpPr>
        <p:spPr>
          <a:xfrm rot="0">
            <a:off x="5675933" y="7146819"/>
            <a:ext cx="6791067" cy="626705"/>
          </a:xfrm>
          <a:prstGeom prst="rect">
            <a:avLst/>
          </a:prstGeom>
        </p:spPr>
        <p:txBody>
          <a:bodyPr anchor="t" rtlCol="false" tIns="0" lIns="0" bIns="0" rIns="0">
            <a:spAutoFit/>
          </a:bodyPr>
          <a:lstStyle/>
          <a:p>
            <a:pPr algn="ctr">
              <a:lnSpc>
                <a:spcPts val="5083"/>
              </a:lnSpc>
            </a:pPr>
            <a:r>
              <a:rPr lang="en-US" sz="4236" b="true">
                <a:solidFill>
                  <a:srgbClr val="FFFFFF"/>
                </a:solidFill>
                <a:latin typeface="DM Sans Bold"/>
                <a:ea typeface="DM Sans Bold"/>
                <a:cs typeface="DM Sans Bold"/>
                <a:sym typeface="DM Sans Bold"/>
              </a:rPr>
              <a:t>www.</a:t>
            </a:r>
            <a:r>
              <a:rPr lang="en-US" b="true" sz="4236">
                <a:solidFill>
                  <a:srgbClr val="FFFFFF"/>
                </a:solidFill>
                <a:latin typeface="DM Sans Bold"/>
                <a:ea typeface="DM Sans Bold"/>
                <a:cs typeface="DM Sans Bold"/>
                <a:sym typeface="DM Sans Bold"/>
              </a:rPr>
              <a:t>reallygreatsite.com</a:t>
            </a:r>
          </a:p>
        </p:txBody>
      </p:sp>
      <p:sp>
        <p:nvSpPr>
          <p:cNvPr name="Freeform 19" id="19"/>
          <p:cNvSpPr/>
          <p:nvPr/>
        </p:nvSpPr>
        <p:spPr>
          <a:xfrm flipH="false" flipV="false" rot="0">
            <a:off x="8097620" y="1028700"/>
            <a:ext cx="2092760" cy="593821"/>
          </a:xfrm>
          <a:custGeom>
            <a:avLst/>
            <a:gdLst/>
            <a:ahLst/>
            <a:cxnLst/>
            <a:rect r="r" b="b" t="t" l="l"/>
            <a:pathLst>
              <a:path h="593821" w="2092760">
                <a:moveTo>
                  <a:pt x="0" y="0"/>
                </a:moveTo>
                <a:lnTo>
                  <a:pt x="2092760" y="0"/>
                </a:lnTo>
                <a:lnTo>
                  <a:pt x="2092760" y="593821"/>
                </a:lnTo>
                <a:lnTo>
                  <a:pt x="0" y="59382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DAHJM0UHTv0</dc:identifier>
  <dcterms:modified xsi:type="dcterms:W3CDTF">2011-08-01T06:04:30Z</dcterms:modified>
  <cp:revision>1</cp:revision>
  <dc:title>CISC3003 dc325381 ppt</dc:title>
</cp:coreProperties>
</file>